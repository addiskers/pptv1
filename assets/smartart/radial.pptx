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720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CF2747-DFBF-4BC8-B882-A62000F968D7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US"/>
        </a:p>
      </dgm:t>
    </dgm:pt>
    <dgm:pt modelId="{8BF38FAB-3498-4F1E-B3B1-1A75598AC4B1}">
      <dgm:prSet phldrT="[Text]" phldr="1"/>
      <dgm:spPr/>
      <dgm:t>
        <a:bodyPr/>
        <a:lstStyle/>
        <a:p>
          <a:endParaRPr lang="en-US"/>
        </a:p>
      </dgm:t>
    </dgm:pt>
    <dgm:pt modelId="{90A624EB-08CA-482C-B1A6-173F0E1A26A1}" type="parTrans" cxnId="{8161CE63-3D7E-4FCA-8F63-1A36A7F4D200}">
      <dgm:prSet/>
      <dgm:spPr/>
      <dgm:t>
        <a:bodyPr/>
        <a:lstStyle/>
        <a:p>
          <a:endParaRPr lang="en-US"/>
        </a:p>
      </dgm:t>
    </dgm:pt>
    <dgm:pt modelId="{11E6E4EE-3FA9-4906-9AB8-FB60F60D2220}" type="sibTrans" cxnId="{8161CE63-3D7E-4FCA-8F63-1A36A7F4D200}">
      <dgm:prSet/>
      <dgm:spPr/>
      <dgm:t>
        <a:bodyPr/>
        <a:lstStyle/>
        <a:p>
          <a:endParaRPr lang="en-US"/>
        </a:p>
      </dgm:t>
    </dgm:pt>
    <dgm:pt modelId="{F1EBF43C-84C7-4040-9A00-5B20CE24FC9E}">
      <dgm:prSet phldrT="[Text]" phldr="1"/>
      <dgm:spPr/>
      <dgm:t>
        <a:bodyPr/>
        <a:lstStyle/>
        <a:p>
          <a:endParaRPr lang="en-US"/>
        </a:p>
      </dgm:t>
    </dgm:pt>
    <dgm:pt modelId="{18E5CB6D-9B25-4818-8580-6C6DF3863C64}" type="parTrans" cxnId="{3B00941F-148D-4899-818E-52EF09272825}">
      <dgm:prSet/>
      <dgm:spPr/>
      <dgm:t>
        <a:bodyPr/>
        <a:lstStyle/>
        <a:p>
          <a:endParaRPr lang="en-US"/>
        </a:p>
      </dgm:t>
    </dgm:pt>
    <dgm:pt modelId="{A2271CF4-D6DA-4A63-B357-9D041F9EC587}" type="sibTrans" cxnId="{3B00941F-148D-4899-818E-52EF09272825}">
      <dgm:prSet/>
      <dgm:spPr/>
      <dgm:t>
        <a:bodyPr/>
        <a:lstStyle/>
        <a:p>
          <a:endParaRPr lang="en-US"/>
        </a:p>
      </dgm:t>
    </dgm:pt>
    <dgm:pt modelId="{4F8D860F-9F99-4659-884A-A0A531A3B857}">
      <dgm:prSet phldrT="[Text]" phldr="1"/>
      <dgm:spPr/>
      <dgm:t>
        <a:bodyPr/>
        <a:lstStyle/>
        <a:p>
          <a:endParaRPr lang="en-US"/>
        </a:p>
      </dgm:t>
    </dgm:pt>
    <dgm:pt modelId="{653B08E5-C90E-436C-B8DD-491EF0E925B2}" type="parTrans" cxnId="{19C085C2-9183-4432-BF73-26576BD6753E}">
      <dgm:prSet/>
      <dgm:spPr/>
      <dgm:t>
        <a:bodyPr/>
        <a:lstStyle/>
        <a:p>
          <a:endParaRPr lang="en-US"/>
        </a:p>
      </dgm:t>
    </dgm:pt>
    <dgm:pt modelId="{BDA74F33-B36B-4931-B83C-C6791936DD76}" type="sibTrans" cxnId="{19C085C2-9183-4432-BF73-26576BD6753E}">
      <dgm:prSet/>
      <dgm:spPr/>
      <dgm:t>
        <a:bodyPr/>
        <a:lstStyle/>
        <a:p>
          <a:endParaRPr lang="en-US"/>
        </a:p>
      </dgm:t>
    </dgm:pt>
    <dgm:pt modelId="{81F060D8-51E5-47C0-BE8E-66727680E40D}">
      <dgm:prSet phldrT="[Text]" phldr="1"/>
      <dgm:spPr/>
      <dgm:t>
        <a:bodyPr/>
        <a:lstStyle/>
        <a:p>
          <a:endParaRPr lang="en-US"/>
        </a:p>
      </dgm:t>
    </dgm:pt>
    <dgm:pt modelId="{1D65639C-CD11-4A20-ADD9-C1D0532A5878}" type="parTrans" cxnId="{DCB4F891-414A-4C26-91FD-E15465365911}">
      <dgm:prSet/>
      <dgm:spPr/>
      <dgm:t>
        <a:bodyPr/>
        <a:lstStyle/>
        <a:p>
          <a:endParaRPr lang="en-US"/>
        </a:p>
      </dgm:t>
    </dgm:pt>
    <dgm:pt modelId="{C2A2E59B-4129-471F-A68A-F492E654D6C3}" type="sibTrans" cxnId="{DCB4F891-414A-4C26-91FD-E15465365911}">
      <dgm:prSet/>
      <dgm:spPr/>
      <dgm:t>
        <a:bodyPr/>
        <a:lstStyle/>
        <a:p>
          <a:endParaRPr lang="en-US"/>
        </a:p>
      </dgm:t>
    </dgm:pt>
    <dgm:pt modelId="{C7AEAC26-3F00-47EB-AAAD-8C3A5B0EFF2B}">
      <dgm:prSet phldrT="[Text]" phldr="1"/>
      <dgm:spPr/>
      <dgm:t>
        <a:bodyPr/>
        <a:lstStyle/>
        <a:p>
          <a:endParaRPr lang="en-US"/>
        </a:p>
      </dgm:t>
    </dgm:pt>
    <dgm:pt modelId="{C7522861-DFAC-4D92-8504-0524BC5FB22D}" type="parTrans" cxnId="{433DDE27-C838-4F57-9818-11749B1BF8F2}">
      <dgm:prSet/>
      <dgm:spPr/>
      <dgm:t>
        <a:bodyPr/>
        <a:lstStyle/>
        <a:p>
          <a:endParaRPr lang="en-US"/>
        </a:p>
      </dgm:t>
    </dgm:pt>
    <dgm:pt modelId="{9A65A5A8-4339-4375-9A4E-4E2F31AC7907}" type="sibTrans" cxnId="{433DDE27-C838-4F57-9818-11749B1BF8F2}">
      <dgm:prSet/>
      <dgm:spPr/>
      <dgm:t>
        <a:bodyPr/>
        <a:lstStyle/>
        <a:p>
          <a:endParaRPr lang="en-US"/>
        </a:p>
      </dgm:t>
    </dgm:pt>
    <dgm:pt modelId="{F0C67352-5DEB-43EB-97F2-A70A54E41877}" type="pres">
      <dgm:prSet presAssocID="{F8CF2747-DFBF-4BC8-B882-A62000F968D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5C32F4D-9589-4B5F-B47B-CE39385ED7CE}" type="pres">
      <dgm:prSet presAssocID="{8BF38FAB-3498-4F1E-B3B1-1A75598AC4B1}" presName="centerShape" presStyleLbl="node0" presStyleIdx="0" presStyleCnt="1"/>
      <dgm:spPr/>
    </dgm:pt>
    <dgm:pt modelId="{8C3366C7-90C2-4091-BE87-97B3DA7AD805}" type="pres">
      <dgm:prSet presAssocID="{18E5CB6D-9B25-4818-8580-6C6DF3863C64}" presName="Name9" presStyleLbl="parChTrans1D2" presStyleIdx="0" presStyleCnt="4"/>
      <dgm:spPr/>
    </dgm:pt>
    <dgm:pt modelId="{554523D5-74A8-43E7-A958-3DD0F71000AE}" type="pres">
      <dgm:prSet presAssocID="{18E5CB6D-9B25-4818-8580-6C6DF3863C64}" presName="connTx" presStyleLbl="parChTrans1D2" presStyleIdx="0" presStyleCnt="4"/>
      <dgm:spPr/>
    </dgm:pt>
    <dgm:pt modelId="{6BD680E5-3740-4A2E-96D2-7D5BD06F69A6}" type="pres">
      <dgm:prSet presAssocID="{F1EBF43C-84C7-4040-9A00-5B20CE24FC9E}" presName="node" presStyleLbl="node1" presStyleIdx="0" presStyleCnt="4">
        <dgm:presLayoutVars>
          <dgm:bulletEnabled val="1"/>
        </dgm:presLayoutVars>
      </dgm:prSet>
      <dgm:spPr/>
    </dgm:pt>
    <dgm:pt modelId="{26BE2149-65E6-484F-9900-55BA47D67AA8}" type="pres">
      <dgm:prSet presAssocID="{653B08E5-C90E-436C-B8DD-491EF0E925B2}" presName="Name9" presStyleLbl="parChTrans1D2" presStyleIdx="1" presStyleCnt="4"/>
      <dgm:spPr/>
    </dgm:pt>
    <dgm:pt modelId="{D7CCF198-2FF4-4916-A03B-73724F1E4386}" type="pres">
      <dgm:prSet presAssocID="{653B08E5-C90E-436C-B8DD-491EF0E925B2}" presName="connTx" presStyleLbl="parChTrans1D2" presStyleIdx="1" presStyleCnt="4"/>
      <dgm:spPr/>
    </dgm:pt>
    <dgm:pt modelId="{55402BBB-AF40-4FE1-B6F0-E4C15FD79199}" type="pres">
      <dgm:prSet presAssocID="{4F8D860F-9F99-4659-884A-A0A531A3B857}" presName="node" presStyleLbl="node1" presStyleIdx="1" presStyleCnt="4">
        <dgm:presLayoutVars>
          <dgm:bulletEnabled val="1"/>
        </dgm:presLayoutVars>
      </dgm:prSet>
      <dgm:spPr/>
    </dgm:pt>
    <dgm:pt modelId="{8BF65027-B71B-4087-B9C2-7C7C7DD0FD6D}" type="pres">
      <dgm:prSet presAssocID="{1D65639C-CD11-4A20-ADD9-C1D0532A5878}" presName="Name9" presStyleLbl="parChTrans1D2" presStyleIdx="2" presStyleCnt="4"/>
      <dgm:spPr/>
    </dgm:pt>
    <dgm:pt modelId="{A584937A-62B6-43FB-95F6-A856A84C4E55}" type="pres">
      <dgm:prSet presAssocID="{1D65639C-CD11-4A20-ADD9-C1D0532A5878}" presName="connTx" presStyleLbl="parChTrans1D2" presStyleIdx="2" presStyleCnt="4"/>
      <dgm:spPr/>
    </dgm:pt>
    <dgm:pt modelId="{A13171AF-76C1-4E9C-94A4-BB0BBA13ED48}" type="pres">
      <dgm:prSet presAssocID="{81F060D8-51E5-47C0-BE8E-66727680E40D}" presName="node" presStyleLbl="node1" presStyleIdx="2" presStyleCnt="4">
        <dgm:presLayoutVars>
          <dgm:bulletEnabled val="1"/>
        </dgm:presLayoutVars>
      </dgm:prSet>
      <dgm:spPr/>
    </dgm:pt>
    <dgm:pt modelId="{421FD556-C198-4783-8B47-6C952543EC06}" type="pres">
      <dgm:prSet presAssocID="{C7522861-DFAC-4D92-8504-0524BC5FB22D}" presName="Name9" presStyleLbl="parChTrans1D2" presStyleIdx="3" presStyleCnt="4"/>
      <dgm:spPr/>
    </dgm:pt>
    <dgm:pt modelId="{6AD8EEAA-B340-493B-8985-10EB24EB7480}" type="pres">
      <dgm:prSet presAssocID="{C7522861-DFAC-4D92-8504-0524BC5FB22D}" presName="connTx" presStyleLbl="parChTrans1D2" presStyleIdx="3" presStyleCnt="4"/>
      <dgm:spPr/>
    </dgm:pt>
    <dgm:pt modelId="{FF333A5C-89F9-411F-B54A-A223BF2BB0CE}" type="pres">
      <dgm:prSet presAssocID="{C7AEAC26-3F00-47EB-AAAD-8C3A5B0EFF2B}" presName="node" presStyleLbl="node1" presStyleIdx="3" presStyleCnt="4">
        <dgm:presLayoutVars>
          <dgm:bulletEnabled val="1"/>
        </dgm:presLayoutVars>
      </dgm:prSet>
      <dgm:spPr/>
    </dgm:pt>
  </dgm:ptLst>
  <dgm:cxnLst>
    <dgm:cxn modelId="{34643018-B070-47B4-A80D-C899F16505DA}" type="presOf" srcId="{653B08E5-C90E-436C-B8DD-491EF0E925B2}" destId="{D7CCF198-2FF4-4916-A03B-73724F1E4386}" srcOrd="1" destOrd="0" presId="urn:microsoft.com/office/officeart/2005/8/layout/radial1"/>
    <dgm:cxn modelId="{3B00941F-148D-4899-818E-52EF09272825}" srcId="{8BF38FAB-3498-4F1E-B3B1-1A75598AC4B1}" destId="{F1EBF43C-84C7-4040-9A00-5B20CE24FC9E}" srcOrd="0" destOrd="0" parTransId="{18E5CB6D-9B25-4818-8580-6C6DF3863C64}" sibTransId="{A2271CF4-D6DA-4A63-B357-9D041F9EC587}"/>
    <dgm:cxn modelId="{3BD34425-D9EC-4213-93D2-84B17E626159}" type="presOf" srcId="{C7AEAC26-3F00-47EB-AAAD-8C3A5B0EFF2B}" destId="{FF333A5C-89F9-411F-B54A-A223BF2BB0CE}" srcOrd="0" destOrd="0" presId="urn:microsoft.com/office/officeart/2005/8/layout/radial1"/>
    <dgm:cxn modelId="{433DDE27-C838-4F57-9818-11749B1BF8F2}" srcId="{8BF38FAB-3498-4F1E-B3B1-1A75598AC4B1}" destId="{C7AEAC26-3F00-47EB-AAAD-8C3A5B0EFF2B}" srcOrd="3" destOrd="0" parTransId="{C7522861-DFAC-4D92-8504-0524BC5FB22D}" sibTransId="{9A65A5A8-4339-4375-9A4E-4E2F31AC7907}"/>
    <dgm:cxn modelId="{5224BC34-62F4-4308-BB93-E43884F8F19F}" type="presOf" srcId="{81F060D8-51E5-47C0-BE8E-66727680E40D}" destId="{A13171AF-76C1-4E9C-94A4-BB0BBA13ED48}" srcOrd="0" destOrd="0" presId="urn:microsoft.com/office/officeart/2005/8/layout/radial1"/>
    <dgm:cxn modelId="{A7191143-86DA-41A4-A4CD-800BED540E39}" type="presOf" srcId="{F1EBF43C-84C7-4040-9A00-5B20CE24FC9E}" destId="{6BD680E5-3740-4A2E-96D2-7D5BD06F69A6}" srcOrd="0" destOrd="0" presId="urn:microsoft.com/office/officeart/2005/8/layout/radial1"/>
    <dgm:cxn modelId="{8161CE63-3D7E-4FCA-8F63-1A36A7F4D200}" srcId="{F8CF2747-DFBF-4BC8-B882-A62000F968D7}" destId="{8BF38FAB-3498-4F1E-B3B1-1A75598AC4B1}" srcOrd="0" destOrd="0" parTransId="{90A624EB-08CA-482C-B1A6-173F0E1A26A1}" sibTransId="{11E6E4EE-3FA9-4906-9AB8-FB60F60D2220}"/>
    <dgm:cxn modelId="{F47FDF6B-90B2-46F6-95E0-6332427EF7AF}" type="presOf" srcId="{F8CF2747-DFBF-4BC8-B882-A62000F968D7}" destId="{F0C67352-5DEB-43EB-97F2-A70A54E41877}" srcOrd="0" destOrd="0" presId="urn:microsoft.com/office/officeart/2005/8/layout/radial1"/>
    <dgm:cxn modelId="{F6DFB66F-1BC1-4774-9A3F-87B0DCDBC014}" type="presOf" srcId="{C7522861-DFAC-4D92-8504-0524BC5FB22D}" destId="{6AD8EEAA-B340-493B-8985-10EB24EB7480}" srcOrd="1" destOrd="0" presId="urn:microsoft.com/office/officeart/2005/8/layout/radial1"/>
    <dgm:cxn modelId="{01A3EA78-C68F-4D3F-801B-B2539563804D}" type="presOf" srcId="{18E5CB6D-9B25-4818-8580-6C6DF3863C64}" destId="{554523D5-74A8-43E7-A958-3DD0F71000AE}" srcOrd="1" destOrd="0" presId="urn:microsoft.com/office/officeart/2005/8/layout/radial1"/>
    <dgm:cxn modelId="{8FE7D97D-428B-4113-80E8-5B356C1378BA}" type="presOf" srcId="{18E5CB6D-9B25-4818-8580-6C6DF3863C64}" destId="{8C3366C7-90C2-4091-BE87-97B3DA7AD805}" srcOrd="0" destOrd="0" presId="urn:microsoft.com/office/officeart/2005/8/layout/radial1"/>
    <dgm:cxn modelId="{323A6D7E-E611-44DD-90D1-AC502C0EE8B2}" type="presOf" srcId="{653B08E5-C90E-436C-B8DD-491EF0E925B2}" destId="{26BE2149-65E6-484F-9900-55BA47D67AA8}" srcOrd="0" destOrd="0" presId="urn:microsoft.com/office/officeart/2005/8/layout/radial1"/>
    <dgm:cxn modelId="{DCB4F891-414A-4C26-91FD-E15465365911}" srcId="{8BF38FAB-3498-4F1E-B3B1-1A75598AC4B1}" destId="{81F060D8-51E5-47C0-BE8E-66727680E40D}" srcOrd="2" destOrd="0" parTransId="{1D65639C-CD11-4A20-ADD9-C1D0532A5878}" sibTransId="{C2A2E59B-4129-471F-A68A-F492E654D6C3}"/>
    <dgm:cxn modelId="{EB120893-D9E6-437E-B69A-DAE8EAB0556D}" type="presOf" srcId="{4F8D860F-9F99-4659-884A-A0A531A3B857}" destId="{55402BBB-AF40-4FE1-B6F0-E4C15FD79199}" srcOrd="0" destOrd="0" presId="urn:microsoft.com/office/officeart/2005/8/layout/radial1"/>
    <dgm:cxn modelId="{02DC3A9B-84C9-4766-886A-13294CADF1B9}" type="presOf" srcId="{8BF38FAB-3498-4F1E-B3B1-1A75598AC4B1}" destId="{85C32F4D-9589-4B5F-B47B-CE39385ED7CE}" srcOrd="0" destOrd="0" presId="urn:microsoft.com/office/officeart/2005/8/layout/radial1"/>
    <dgm:cxn modelId="{1E2278BC-DDE1-470F-BA78-45F07FD7FB5B}" type="presOf" srcId="{1D65639C-CD11-4A20-ADD9-C1D0532A5878}" destId="{8BF65027-B71B-4087-B9C2-7C7C7DD0FD6D}" srcOrd="0" destOrd="0" presId="urn:microsoft.com/office/officeart/2005/8/layout/radial1"/>
    <dgm:cxn modelId="{19C085C2-9183-4432-BF73-26576BD6753E}" srcId="{8BF38FAB-3498-4F1E-B3B1-1A75598AC4B1}" destId="{4F8D860F-9F99-4659-884A-A0A531A3B857}" srcOrd="1" destOrd="0" parTransId="{653B08E5-C90E-436C-B8DD-491EF0E925B2}" sibTransId="{BDA74F33-B36B-4931-B83C-C6791936DD76}"/>
    <dgm:cxn modelId="{73F398DD-5E6A-4256-91E5-A9DF6FEE505F}" type="presOf" srcId="{1D65639C-CD11-4A20-ADD9-C1D0532A5878}" destId="{A584937A-62B6-43FB-95F6-A856A84C4E55}" srcOrd="1" destOrd="0" presId="urn:microsoft.com/office/officeart/2005/8/layout/radial1"/>
    <dgm:cxn modelId="{15CDB8F1-B4B7-4677-A9D7-1AB695059E7A}" type="presOf" srcId="{C7522861-DFAC-4D92-8504-0524BC5FB22D}" destId="{421FD556-C198-4783-8B47-6C952543EC06}" srcOrd="0" destOrd="0" presId="urn:microsoft.com/office/officeart/2005/8/layout/radial1"/>
    <dgm:cxn modelId="{B250A519-C8FF-4837-8DA0-7E42D625CCF1}" type="presParOf" srcId="{F0C67352-5DEB-43EB-97F2-A70A54E41877}" destId="{85C32F4D-9589-4B5F-B47B-CE39385ED7CE}" srcOrd="0" destOrd="0" presId="urn:microsoft.com/office/officeart/2005/8/layout/radial1"/>
    <dgm:cxn modelId="{D2D32DF6-5B49-4161-886A-78C3184F878F}" type="presParOf" srcId="{F0C67352-5DEB-43EB-97F2-A70A54E41877}" destId="{8C3366C7-90C2-4091-BE87-97B3DA7AD805}" srcOrd="1" destOrd="0" presId="urn:microsoft.com/office/officeart/2005/8/layout/radial1"/>
    <dgm:cxn modelId="{A4A755D8-01B7-434C-8002-21E9AE852760}" type="presParOf" srcId="{8C3366C7-90C2-4091-BE87-97B3DA7AD805}" destId="{554523D5-74A8-43E7-A958-3DD0F71000AE}" srcOrd="0" destOrd="0" presId="urn:microsoft.com/office/officeart/2005/8/layout/radial1"/>
    <dgm:cxn modelId="{B405E0F8-52F5-4419-AF44-8FEAACF84133}" type="presParOf" srcId="{F0C67352-5DEB-43EB-97F2-A70A54E41877}" destId="{6BD680E5-3740-4A2E-96D2-7D5BD06F69A6}" srcOrd="2" destOrd="0" presId="urn:microsoft.com/office/officeart/2005/8/layout/radial1"/>
    <dgm:cxn modelId="{295A8EEA-EB49-45E3-8FB1-4EF6E2E7B1F2}" type="presParOf" srcId="{F0C67352-5DEB-43EB-97F2-A70A54E41877}" destId="{26BE2149-65E6-484F-9900-55BA47D67AA8}" srcOrd="3" destOrd="0" presId="urn:microsoft.com/office/officeart/2005/8/layout/radial1"/>
    <dgm:cxn modelId="{C345387A-EF30-4C4B-B52C-33031E243308}" type="presParOf" srcId="{26BE2149-65E6-484F-9900-55BA47D67AA8}" destId="{D7CCF198-2FF4-4916-A03B-73724F1E4386}" srcOrd="0" destOrd="0" presId="urn:microsoft.com/office/officeart/2005/8/layout/radial1"/>
    <dgm:cxn modelId="{476A8C31-24FE-4201-988D-E5D7FF63992B}" type="presParOf" srcId="{F0C67352-5DEB-43EB-97F2-A70A54E41877}" destId="{55402BBB-AF40-4FE1-B6F0-E4C15FD79199}" srcOrd="4" destOrd="0" presId="urn:microsoft.com/office/officeart/2005/8/layout/radial1"/>
    <dgm:cxn modelId="{9B10DF6C-826F-4579-B5DE-9526CB23AC0A}" type="presParOf" srcId="{F0C67352-5DEB-43EB-97F2-A70A54E41877}" destId="{8BF65027-B71B-4087-B9C2-7C7C7DD0FD6D}" srcOrd="5" destOrd="0" presId="urn:microsoft.com/office/officeart/2005/8/layout/radial1"/>
    <dgm:cxn modelId="{A5EFA9B6-B7F7-46F6-BC42-A7FB2C215756}" type="presParOf" srcId="{8BF65027-B71B-4087-B9C2-7C7C7DD0FD6D}" destId="{A584937A-62B6-43FB-95F6-A856A84C4E55}" srcOrd="0" destOrd="0" presId="urn:microsoft.com/office/officeart/2005/8/layout/radial1"/>
    <dgm:cxn modelId="{5260C2DF-AFED-4425-A9FE-C6AE0D4B4246}" type="presParOf" srcId="{F0C67352-5DEB-43EB-97F2-A70A54E41877}" destId="{A13171AF-76C1-4E9C-94A4-BB0BBA13ED48}" srcOrd="6" destOrd="0" presId="urn:microsoft.com/office/officeart/2005/8/layout/radial1"/>
    <dgm:cxn modelId="{1AF20C60-4DE8-41FA-A4C5-2C573F38E386}" type="presParOf" srcId="{F0C67352-5DEB-43EB-97F2-A70A54E41877}" destId="{421FD556-C198-4783-8B47-6C952543EC06}" srcOrd="7" destOrd="0" presId="urn:microsoft.com/office/officeart/2005/8/layout/radial1"/>
    <dgm:cxn modelId="{885075F1-87F3-48E2-9A6A-378A75C74679}" type="presParOf" srcId="{421FD556-C198-4783-8B47-6C952543EC06}" destId="{6AD8EEAA-B340-493B-8985-10EB24EB7480}" srcOrd="0" destOrd="0" presId="urn:microsoft.com/office/officeart/2005/8/layout/radial1"/>
    <dgm:cxn modelId="{3B1EE6D0-F40D-42DF-A256-640F6827B19F}" type="presParOf" srcId="{F0C67352-5DEB-43EB-97F2-A70A54E41877}" destId="{FF333A5C-89F9-411F-B54A-A223BF2BB0CE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32F4D-9589-4B5F-B47B-CE39385ED7CE}">
      <dsp:nvSpPr>
        <dsp:cNvPr id="0" name=""/>
        <dsp:cNvSpPr/>
      </dsp:nvSpPr>
      <dsp:spPr>
        <a:xfrm>
          <a:off x="4199433" y="2294433"/>
          <a:ext cx="1761132" cy="17611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4457345" y="2552345"/>
        <a:ext cx="1245308" cy="1245308"/>
      </dsp:txXfrm>
    </dsp:sp>
    <dsp:sp modelId="{8C3366C7-90C2-4091-BE87-97B3DA7AD805}">
      <dsp:nvSpPr>
        <dsp:cNvPr id="0" name=""/>
        <dsp:cNvSpPr/>
      </dsp:nvSpPr>
      <dsp:spPr>
        <a:xfrm rot="16200000">
          <a:off x="4815366" y="2014199"/>
          <a:ext cx="529267" cy="31201"/>
        </a:xfrm>
        <a:custGeom>
          <a:avLst/>
          <a:gdLst/>
          <a:ahLst/>
          <a:cxnLst/>
          <a:rect l="0" t="0" r="0" b="0"/>
          <a:pathLst>
            <a:path>
              <a:moveTo>
                <a:pt x="0" y="15600"/>
              </a:moveTo>
              <a:lnTo>
                <a:pt x="529267" y="156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768" y="2016568"/>
        <a:ext cx="26463" cy="26463"/>
      </dsp:txXfrm>
    </dsp:sp>
    <dsp:sp modelId="{6BD680E5-3740-4A2E-96D2-7D5BD06F69A6}">
      <dsp:nvSpPr>
        <dsp:cNvPr id="0" name=""/>
        <dsp:cNvSpPr/>
      </dsp:nvSpPr>
      <dsp:spPr>
        <a:xfrm>
          <a:off x="4199433" y="4033"/>
          <a:ext cx="1761132" cy="17611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4457345" y="261945"/>
        <a:ext cx="1245308" cy="1245308"/>
      </dsp:txXfrm>
    </dsp:sp>
    <dsp:sp modelId="{26BE2149-65E6-484F-9900-55BA47D67AA8}">
      <dsp:nvSpPr>
        <dsp:cNvPr id="0" name=""/>
        <dsp:cNvSpPr/>
      </dsp:nvSpPr>
      <dsp:spPr>
        <a:xfrm>
          <a:off x="5960566" y="3159399"/>
          <a:ext cx="529267" cy="31201"/>
        </a:xfrm>
        <a:custGeom>
          <a:avLst/>
          <a:gdLst/>
          <a:ahLst/>
          <a:cxnLst/>
          <a:rect l="0" t="0" r="0" b="0"/>
          <a:pathLst>
            <a:path>
              <a:moveTo>
                <a:pt x="0" y="15600"/>
              </a:moveTo>
              <a:lnTo>
                <a:pt x="529267" y="156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11968" y="3161768"/>
        <a:ext cx="26463" cy="26463"/>
      </dsp:txXfrm>
    </dsp:sp>
    <dsp:sp modelId="{55402BBB-AF40-4FE1-B6F0-E4C15FD79199}">
      <dsp:nvSpPr>
        <dsp:cNvPr id="0" name=""/>
        <dsp:cNvSpPr/>
      </dsp:nvSpPr>
      <dsp:spPr>
        <a:xfrm>
          <a:off x="6489833" y="2294433"/>
          <a:ext cx="1761132" cy="17611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6747745" y="2552345"/>
        <a:ext cx="1245308" cy="1245308"/>
      </dsp:txXfrm>
    </dsp:sp>
    <dsp:sp modelId="{8BF65027-B71B-4087-B9C2-7C7C7DD0FD6D}">
      <dsp:nvSpPr>
        <dsp:cNvPr id="0" name=""/>
        <dsp:cNvSpPr/>
      </dsp:nvSpPr>
      <dsp:spPr>
        <a:xfrm rot="5400000">
          <a:off x="4815366" y="4304599"/>
          <a:ext cx="529267" cy="31201"/>
        </a:xfrm>
        <a:custGeom>
          <a:avLst/>
          <a:gdLst/>
          <a:ahLst/>
          <a:cxnLst/>
          <a:rect l="0" t="0" r="0" b="0"/>
          <a:pathLst>
            <a:path>
              <a:moveTo>
                <a:pt x="0" y="15600"/>
              </a:moveTo>
              <a:lnTo>
                <a:pt x="529267" y="156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6768" y="4306968"/>
        <a:ext cx="26463" cy="26463"/>
      </dsp:txXfrm>
    </dsp:sp>
    <dsp:sp modelId="{A13171AF-76C1-4E9C-94A4-BB0BBA13ED48}">
      <dsp:nvSpPr>
        <dsp:cNvPr id="0" name=""/>
        <dsp:cNvSpPr/>
      </dsp:nvSpPr>
      <dsp:spPr>
        <a:xfrm>
          <a:off x="4199433" y="4584833"/>
          <a:ext cx="1761132" cy="17611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4457345" y="4842745"/>
        <a:ext cx="1245308" cy="1245308"/>
      </dsp:txXfrm>
    </dsp:sp>
    <dsp:sp modelId="{421FD556-C198-4783-8B47-6C952543EC06}">
      <dsp:nvSpPr>
        <dsp:cNvPr id="0" name=""/>
        <dsp:cNvSpPr/>
      </dsp:nvSpPr>
      <dsp:spPr>
        <a:xfrm rot="10800000">
          <a:off x="3670166" y="3159399"/>
          <a:ext cx="529267" cy="31201"/>
        </a:xfrm>
        <a:custGeom>
          <a:avLst/>
          <a:gdLst/>
          <a:ahLst/>
          <a:cxnLst/>
          <a:rect l="0" t="0" r="0" b="0"/>
          <a:pathLst>
            <a:path>
              <a:moveTo>
                <a:pt x="0" y="15600"/>
              </a:moveTo>
              <a:lnTo>
                <a:pt x="529267" y="1560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 rot="10800000">
        <a:off x="3921568" y="3161768"/>
        <a:ext cx="26463" cy="26463"/>
      </dsp:txXfrm>
    </dsp:sp>
    <dsp:sp modelId="{FF333A5C-89F9-411F-B54A-A223BF2BB0CE}">
      <dsp:nvSpPr>
        <dsp:cNvPr id="0" name=""/>
        <dsp:cNvSpPr/>
      </dsp:nvSpPr>
      <dsp:spPr>
        <a:xfrm>
          <a:off x="1909033" y="2294433"/>
          <a:ext cx="1761132" cy="17611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100" kern="1200"/>
        </a:p>
      </dsp:txBody>
      <dsp:txXfrm>
        <a:off x="2166945" y="2552345"/>
        <a:ext cx="1245308" cy="12453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A81BD-51D1-4CF1-BC60-874F53AEC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E2F97A-B058-4CB1-AB09-83DE48547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BF0CC-1EFE-49A8-AAFD-0A6B396C5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7DF94-1760-4D41-A096-FB72CCEA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D9D20-53DC-46CB-AD7E-F579B304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E17B-35C3-4ED9-836B-7C014E58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B7531-670A-4E4F-83EA-7195DA49B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ECFD8-FE7E-418B-B1BA-C496D7A6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9E608-EE94-4D8F-BFEC-72C2A2AC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99BD8-04AB-4D18-A462-8F82F066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44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3981A-9F94-4D6F-9821-89CE29EBF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77B5A-7235-4427-9691-951E8DE9A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B6F79-9159-4647-B66D-1A804DA5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CF22F-16D2-4BC4-8DAF-733B3494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BEA7C-A16D-4AF7-9D5D-B20485C3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07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212F6-24B0-4669-ABCD-FA75D1D82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4E2B1-7918-4518-8BCC-FA627E871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8BD63-98D8-44D0-9BDA-7DF2112E73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15AE0-E7C3-4E38-9291-74A891E3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3B2E16-A56A-43FA-887F-62CACA712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9A6A4-F423-4AC7-91FB-DB4C464AA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E686B-A460-4DC6-BC88-7EB686CBD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0E54B-CBA0-4CD5-A054-4D814F8C3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9AD03-4AF5-435A-9CB1-EA74A4BAD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8520E-DD3C-465E-B224-4BEB5ADC8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31B9BD-BFF3-4911-8043-C61352E8D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1C741-1492-49FA-9C19-DF06798A7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AEF9D-28DB-4A3A-8E18-7AD7E9FD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16AFB-25CB-4662-951B-0F6C5112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5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067F-D296-4BCA-AFC5-2C58FC61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00011-B447-4B9D-8DDB-EA658480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70844-69A7-4151-BF66-C91308887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CB412-422C-40DD-93CF-19693889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CCCA9-1B1A-459D-A7A1-84AE18B7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B818A-0D71-4FDD-A33A-9AC5AC7AE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71432-DE34-4D0B-A0F6-5D534602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2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768E-FD57-4560-AB1C-CED0D166C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4807D-0E3B-4A75-AFFB-17E87B4C0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18817-9EBA-4BDE-BEE3-0B70C0BFA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317A3-AE31-4C55-901B-A6EBC155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77EF6-6645-4759-912D-E47F5708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C5CBE-F554-4966-8767-A0FD4A49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65FE-5BAD-4D14-99D0-F4FA1C21C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BA18E8-4AB5-4719-A4A7-980184F8E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25787-1C22-4813-BB7E-F363328E5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3004D-7AC6-4721-A8A0-6BD25B52E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53BD4-0F9D-480F-89D9-FB8A4FBD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5DA4A-3AE5-4FF2-9967-38AA45EC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32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85453-6E4C-4A70-9FDE-A3FDF48C7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282D7-21A6-4E6F-ABF0-491519320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0C975-1F91-4B36-8717-5C7265D6A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156BA-460E-44AC-8BF1-1601D9A6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57761-C2AB-4918-9A4E-6BA08A31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9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2D1DA1-E855-49CE-B37C-0C0BFF520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15375-AEBA-4140-B484-FCC73EE12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90C3-1104-42A7-B6EC-02A67182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427C8-C4E7-49BC-9AC9-F1F0E649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A8845-4721-4C50-8A30-450DDABD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1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327F11-23BB-4A67-B4FB-A4E915884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8FD79-7360-49F1-B5B8-18CE4FDE9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DBEB2-52B1-4198-B07E-2CC61956A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6969E-13D9-48E3-933E-45A5AEC2EE3A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6DCBF-1631-4897-815C-B39D78A0F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DBB5-2293-41FE-8275-7E69D7FB1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FC2DC-EBD0-4EAB-AC9D-FF8359BE6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15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3AFD8C1-CD37-4C1E-A476-2A0ABF611A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1586526"/>
              </p:ext>
            </p:extLst>
          </p:nvPr>
        </p:nvGraphicFramePr>
        <p:xfrm>
          <a:off x="1270000" y="1270000"/>
          <a:ext cx="10160000" cy="635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92629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 Agrawal</dc:creator>
  <cp:lastModifiedBy>Aditya Agrawal</cp:lastModifiedBy>
  <cp:revision>1</cp:revision>
  <dcterms:created xsi:type="dcterms:W3CDTF">2026-08-19T05:58:25Z</dcterms:created>
  <dcterms:modified xsi:type="dcterms:W3CDTF">2026-08-19T05:58:25Z</dcterms:modified>
</cp:coreProperties>
</file>