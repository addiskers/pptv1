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" d="100"/>
          <a:sy n="10" d="100"/>
        </p:scale>
        <p:origin x="720" y="-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6067BB-E3E7-4B2B-838D-5DC147D5E4CE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US"/>
        </a:p>
      </dgm:t>
    </dgm:pt>
    <dgm:pt modelId="{19A5E68D-C469-4530-9F1E-2CE2704CDDE9}">
      <dgm:prSet phldrT="[Text]" phldr="1"/>
      <dgm:spPr/>
      <dgm:t>
        <a:bodyPr/>
        <a:lstStyle/>
        <a:p>
          <a:endParaRPr lang="en-US"/>
        </a:p>
      </dgm:t>
    </dgm:pt>
    <dgm:pt modelId="{87A8309C-1644-44FE-9734-BDAF7FA5E84C}" type="parTrans" cxnId="{887D7E0F-6D11-4778-88DF-93B848441F8D}">
      <dgm:prSet/>
      <dgm:spPr/>
      <dgm:t>
        <a:bodyPr/>
        <a:lstStyle/>
        <a:p>
          <a:endParaRPr lang="en-US"/>
        </a:p>
      </dgm:t>
    </dgm:pt>
    <dgm:pt modelId="{20CB7825-9777-4796-90F7-F1F098CFFA72}" type="sibTrans" cxnId="{887D7E0F-6D11-4778-88DF-93B848441F8D}">
      <dgm:prSet/>
      <dgm:spPr/>
      <dgm:t>
        <a:bodyPr/>
        <a:lstStyle/>
        <a:p>
          <a:endParaRPr lang="en-US"/>
        </a:p>
      </dgm:t>
    </dgm:pt>
    <dgm:pt modelId="{E9E13A00-171B-499D-B7D0-02AEE675DD80}">
      <dgm:prSet phldrT="[Text]" phldr="1"/>
      <dgm:spPr/>
      <dgm:t>
        <a:bodyPr/>
        <a:lstStyle/>
        <a:p>
          <a:endParaRPr lang="en-US"/>
        </a:p>
      </dgm:t>
    </dgm:pt>
    <dgm:pt modelId="{022B93F0-0DCD-4187-B8A5-4F8D3247592A}" type="parTrans" cxnId="{743BB8D7-2E8A-4271-8823-A66B2875E0B4}">
      <dgm:prSet/>
      <dgm:spPr/>
      <dgm:t>
        <a:bodyPr/>
        <a:lstStyle/>
        <a:p>
          <a:endParaRPr lang="en-US"/>
        </a:p>
      </dgm:t>
    </dgm:pt>
    <dgm:pt modelId="{DBC40D67-9105-4248-82D8-3FF885B69E73}" type="sibTrans" cxnId="{743BB8D7-2E8A-4271-8823-A66B2875E0B4}">
      <dgm:prSet/>
      <dgm:spPr/>
      <dgm:t>
        <a:bodyPr/>
        <a:lstStyle/>
        <a:p>
          <a:endParaRPr lang="en-US"/>
        </a:p>
      </dgm:t>
    </dgm:pt>
    <dgm:pt modelId="{BCF41E62-BF0E-4A98-8738-0844570DE1E9}">
      <dgm:prSet phldrT="[Text]" phldr="1"/>
      <dgm:spPr/>
      <dgm:t>
        <a:bodyPr/>
        <a:lstStyle/>
        <a:p>
          <a:endParaRPr lang="en-US"/>
        </a:p>
      </dgm:t>
    </dgm:pt>
    <dgm:pt modelId="{A4E2C3E4-9F56-4525-98CE-909D6AAFA311}" type="parTrans" cxnId="{B8878334-F342-445F-8E96-06A5FDD11DDC}">
      <dgm:prSet/>
      <dgm:spPr/>
      <dgm:t>
        <a:bodyPr/>
        <a:lstStyle/>
        <a:p>
          <a:endParaRPr lang="en-US"/>
        </a:p>
      </dgm:t>
    </dgm:pt>
    <dgm:pt modelId="{23637CCC-0A23-4804-9807-1B912C0995B6}" type="sibTrans" cxnId="{B8878334-F342-445F-8E96-06A5FDD11DDC}">
      <dgm:prSet/>
      <dgm:spPr/>
      <dgm:t>
        <a:bodyPr/>
        <a:lstStyle/>
        <a:p>
          <a:endParaRPr lang="en-US"/>
        </a:p>
      </dgm:t>
    </dgm:pt>
    <dgm:pt modelId="{92850053-2EC6-4CFD-B041-A7D68971454D}">
      <dgm:prSet phldrT="[Text]" phldr="1"/>
      <dgm:spPr/>
      <dgm:t>
        <a:bodyPr/>
        <a:lstStyle/>
        <a:p>
          <a:endParaRPr lang="en-US"/>
        </a:p>
      </dgm:t>
    </dgm:pt>
    <dgm:pt modelId="{FC4B7E6F-F2B8-471D-B090-638405B1917D}" type="parTrans" cxnId="{F3706DDF-FC86-486D-B533-D51D7E56DE2C}">
      <dgm:prSet/>
      <dgm:spPr/>
      <dgm:t>
        <a:bodyPr/>
        <a:lstStyle/>
        <a:p>
          <a:endParaRPr lang="en-US"/>
        </a:p>
      </dgm:t>
    </dgm:pt>
    <dgm:pt modelId="{774E232A-9A58-4A2F-B091-5213936ECBEB}" type="sibTrans" cxnId="{F3706DDF-FC86-486D-B533-D51D7E56DE2C}">
      <dgm:prSet/>
      <dgm:spPr/>
      <dgm:t>
        <a:bodyPr/>
        <a:lstStyle/>
        <a:p>
          <a:endParaRPr lang="en-US"/>
        </a:p>
      </dgm:t>
    </dgm:pt>
    <dgm:pt modelId="{F3E0EC65-7F7F-4981-A15E-109CDBFA04AF}">
      <dgm:prSet phldrT="[Text]" phldr="1"/>
      <dgm:spPr/>
      <dgm:t>
        <a:bodyPr/>
        <a:lstStyle/>
        <a:p>
          <a:endParaRPr lang="en-US"/>
        </a:p>
      </dgm:t>
    </dgm:pt>
    <dgm:pt modelId="{7134CFE2-78E7-4F8A-BF3E-803032907920}" type="parTrans" cxnId="{A43867C2-3FE0-415F-A20C-E0CF0D85E4E7}">
      <dgm:prSet/>
      <dgm:spPr/>
      <dgm:t>
        <a:bodyPr/>
        <a:lstStyle/>
        <a:p>
          <a:endParaRPr lang="en-US"/>
        </a:p>
      </dgm:t>
    </dgm:pt>
    <dgm:pt modelId="{211A396A-1D55-4D61-B566-AC80E9EFE259}" type="sibTrans" cxnId="{A43867C2-3FE0-415F-A20C-E0CF0D85E4E7}">
      <dgm:prSet/>
      <dgm:spPr/>
      <dgm:t>
        <a:bodyPr/>
        <a:lstStyle/>
        <a:p>
          <a:endParaRPr lang="en-US"/>
        </a:p>
      </dgm:t>
    </dgm:pt>
    <dgm:pt modelId="{181669A1-0067-4028-A420-5823D5905AD9}" type="pres">
      <dgm:prSet presAssocID="{0D6067BB-E3E7-4B2B-838D-5DC147D5E4CE}" presName="cycle" presStyleCnt="0">
        <dgm:presLayoutVars>
          <dgm:dir/>
          <dgm:resizeHandles val="exact"/>
        </dgm:presLayoutVars>
      </dgm:prSet>
      <dgm:spPr/>
    </dgm:pt>
    <dgm:pt modelId="{7CA86F4D-2648-4B2D-8B58-B2496234FFEA}" type="pres">
      <dgm:prSet presAssocID="{19A5E68D-C469-4530-9F1E-2CE2704CDDE9}" presName="node" presStyleLbl="node1" presStyleIdx="0" presStyleCnt="5">
        <dgm:presLayoutVars>
          <dgm:bulletEnabled val="1"/>
        </dgm:presLayoutVars>
      </dgm:prSet>
      <dgm:spPr/>
    </dgm:pt>
    <dgm:pt modelId="{B4EF51FE-B94D-4EA5-93A6-D0835AA59595}" type="pres">
      <dgm:prSet presAssocID="{20CB7825-9777-4796-90F7-F1F098CFFA72}" presName="sibTrans" presStyleLbl="sibTrans2D1" presStyleIdx="0" presStyleCnt="5"/>
      <dgm:spPr/>
    </dgm:pt>
    <dgm:pt modelId="{7FCAEF28-0013-41B3-BA79-ACB9936D562B}" type="pres">
      <dgm:prSet presAssocID="{20CB7825-9777-4796-90F7-F1F098CFFA72}" presName="connectorText" presStyleLbl="sibTrans2D1" presStyleIdx="0" presStyleCnt="5"/>
      <dgm:spPr/>
    </dgm:pt>
    <dgm:pt modelId="{163DB4C4-C4F6-422D-A866-13575B53747C}" type="pres">
      <dgm:prSet presAssocID="{E9E13A00-171B-499D-B7D0-02AEE675DD80}" presName="node" presStyleLbl="node1" presStyleIdx="1" presStyleCnt="5">
        <dgm:presLayoutVars>
          <dgm:bulletEnabled val="1"/>
        </dgm:presLayoutVars>
      </dgm:prSet>
      <dgm:spPr/>
    </dgm:pt>
    <dgm:pt modelId="{CD2C0163-FB46-49A2-978E-A2B4A54F8545}" type="pres">
      <dgm:prSet presAssocID="{DBC40D67-9105-4248-82D8-3FF885B69E73}" presName="sibTrans" presStyleLbl="sibTrans2D1" presStyleIdx="1" presStyleCnt="5"/>
      <dgm:spPr/>
    </dgm:pt>
    <dgm:pt modelId="{819058D1-C706-4158-A8CA-17AA8C206D00}" type="pres">
      <dgm:prSet presAssocID="{DBC40D67-9105-4248-82D8-3FF885B69E73}" presName="connectorText" presStyleLbl="sibTrans2D1" presStyleIdx="1" presStyleCnt="5"/>
      <dgm:spPr/>
    </dgm:pt>
    <dgm:pt modelId="{4680BDD9-3A52-48C4-BF1A-4685C181900D}" type="pres">
      <dgm:prSet presAssocID="{BCF41E62-BF0E-4A98-8738-0844570DE1E9}" presName="node" presStyleLbl="node1" presStyleIdx="2" presStyleCnt="5">
        <dgm:presLayoutVars>
          <dgm:bulletEnabled val="1"/>
        </dgm:presLayoutVars>
      </dgm:prSet>
      <dgm:spPr/>
    </dgm:pt>
    <dgm:pt modelId="{7362D9CF-EAA5-4C11-A872-E72A60A31306}" type="pres">
      <dgm:prSet presAssocID="{23637CCC-0A23-4804-9807-1B912C0995B6}" presName="sibTrans" presStyleLbl="sibTrans2D1" presStyleIdx="2" presStyleCnt="5"/>
      <dgm:spPr/>
    </dgm:pt>
    <dgm:pt modelId="{281C3465-4495-4507-8C59-E7278FC337FA}" type="pres">
      <dgm:prSet presAssocID="{23637CCC-0A23-4804-9807-1B912C0995B6}" presName="connectorText" presStyleLbl="sibTrans2D1" presStyleIdx="2" presStyleCnt="5"/>
      <dgm:spPr/>
    </dgm:pt>
    <dgm:pt modelId="{8C0A07A0-175D-4C29-A44C-A777361D8138}" type="pres">
      <dgm:prSet presAssocID="{92850053-2EC6-4CFD-B041-A7D68971454D}" presName="node" presStyleLbl="node1" presStyleIdx="3" presStyleCnt="5">
        <dgm:presLayoutVars>
          <dgm:bulletEnabled val="1"/>
        </dgm:presLayoutVars>
      </dgm:prSet>
      <dgm:spPr/>
    </dgm:pt>
    <dgm:pt modelId="{8EE3AA00-DF9C-4FC1-9203-2195FEF4E5FF}" type="pres">
      <dgm:prSet presAssocID="{774E232A-9A58-4A2F-B091-5213936ECBEB}" presName="sibTrans" presStyleLbl="sibTrans2D1" presStyleIdx="3" presStyleCnt="5"/>
      <dgm:spPr/>
    </dgm:pt>
    <dgm:pt modelId="{1DDEA8B2-F808-475E-BD9E-9143D1633764}" type="pres">
      <dgm:prSet presAssocID="{774E232A-9A58-4A2F-B091-5213936ECBEB}" presName="connectorText" presStyleLbl="sibTrans2D1" presStyleIdx="3" presStyleCnt="5"/>
      <dgm:spPr/>
    </dgm:pt>
    <dgm:pt modelId="{42A205D8-1E12-4E6F-983D-67EA5D48325A}" type="pres">
      <dgm:prSet presAssocID="{F3E0EC65-7F7F-4981-A15E-109CDBFA04AF}" presName="node" presStyleLbl="node1" presStyleIdx="4" presStyleCnt="5">
        <dgm:presLayoutVars>
          <dgm:bulletEnabled val="1"/>
        </dgm:presLayoutVars>
      </dgm:prSet>
      <dgm:spPr/>
    </dgm:pt>
    <dgm:pt modelId="{E0D05EAF-5DB7-47A0-B7CE-188458DD6B58}" type="pres">
      <dgm:prSet presAssocID="{211A396A-1D55-4D61-B566-AC80E9EFE259}" presName="sibTrans" presStyleLbl="sibTrans2D1" presStyleIdx="4" presStyleCnt="5"/>
      <dgm:spPr/>
    </dgm:pt>
    <dgm:pt modelId="{1143D8D9-7D2A-475E-9CE8-6EF1A83BA807}" type="pres">
      <dgm:prSet presAssocID="{211A396A-1D55-4D61-B566-AC80E9EFE259}" presName="connectorText" presStyleLbl="sibTrans2D1" presStyleIdx="4" presStyleCnt="5"/>
      <dgm:spPr/>
    </dgm:pt>
  </dgm:ptLst>
  <dgm:cxnLst>
    <dgm:cxn modelId="{3B95C40A-7995-4EC9-ADF8-7295CFAA8C91}" type="presOf" srcId="{23637CCC-0A23-4804-9807-1B912C0995B6}" destId="{281C3465-4495-4507-8C59-E7278FC337FA}" srcOrd="1" destOrd="0" presId="urn:microsoft.com/office/officeart/2005/8/layout/cycle2"/>
    <dgm:cxn modelId="{887D7E0F-6D11-4778-88DF-93B848441F8D}" srcId="{0D6067BB-E3E7-4B2B-838D-5DC147D5E4CE}" destId="{19A5E68D-C469-4530-9F1E-2CE2704CDDE9}" srcOrd="0" destOrd="0" parTransId="{87A8309C-1644-44FE-9734-BDAF7FA5E84C}" sibTransId="{20CB7825-9777-4796-90F7-F1F098CFFA72}"/>
    <dgm:cxn modelId="{FC95DF10-80F6-4DF0-BC75-C119AC9F82C0}" type="presOf" srcId="{BCF41E62-BF0E-4A98-8738-0844570DE1E9}" destId="{4680BDD9-3A52-48C4-BF1A-4685C181900D}" srcOrd="0" destOrd="0" presId="urn:microsoft.com/office/officeart/2005/8/layout/cycle2"/>
    <dgm:cxn modelId="{5331F112-221F-4A80-8F23-F9B774B8E67C}" type="presOf" srcId="{774E232A-9A58-4A2F-B091-5213936ECBEB}" destId="{1DDEA8B2-F808-475E-BD9E-9143D1633764}" srcOrd="1" destOrd="0" presId="urn:microsoft.com/office/officeart/2005/8/layout/cycle2"/>
    <dgm:cxn modelId="{1EFC2A16-0D9D-4768-880D-6B5908952CC6}" type="presOf" srcId="{19A5E68D-C469-4530-9F1E-2CE2704CDDE9}" destId="{7CA86F4D-2648-4B2D-8B58-B2496234FFEA}" srcOrd="0" destOrd="0" presId="urn:microsoft.com/office/officeart/2005/8/layout/cycle2"/>
    <dgm:cxn modelId="{CA125E18-258A-4595-92BA-DA06D797CDB4}" type="presOf" srcId="{20CB7825-9777-4796-90F7-F1F098CFFA72}" destId="{7FCAEF28-0013-41B3-BA79-ACB9936D562B}" srcOrd="1" destOrd="0" presId="urn:microsoft.com/office/officeart/2005/8/layout/cycle2"/>
    <dgm:cxn modelId="{7268B42B-9C60-4DA4-96D8-43C4A5E0C93E}" type="presOf" srcId="{774E232A-9A58-4A2F-B091-5213936ECBEB}" destId="{8EE3AA00-DF9C-4FC1-9203-2195FEF4E5FF}" srcOrd="0" destOrd="0" presId="urn:microsoft.com/office/officeart/2005/8/layout/cycle2"/>
    <dgm:cxn modelId="{B8878334-F342-445F-8E96-06A5FDD11DDC}" srcId="{0D6067BB-E3E7-4B2B-838D-5DC147D5E4CE}" destId="{BCF41E62-BF0E-4A98-8738-0844570DE1E9}" srcOrd="2" destOrd="0" parTransId="{A4E2C3E4-9F56-4525-98CE-909D6AAFA311}" sibTransId="{23637CCC-0A23-4804-9807-1B912C0995B6}"/>
    <dgm:cxn modelId="{A8A6F03C-0874-406A-A73A-43AEE02A98C0}" type="presOf" srcId="{DBC40D67-9105-4248-82D8-3FF885B69E73}" destId="{CD2C0163-FB46-49A2-978E-A2B4A54F8545}" srcOrd="0" destOrd="0" presId="urn:microsoft.com/office/officeart/2005/8/layout/cycle2"/>
    <dgm:cxn modelId="{817E0741-0A73-4F79-A25A-0F245411CF91}" type="presOf" srcId="{E9E13A00-171B-499D-B7D0-02AEE675DD80}" destId="{163DB4C4-C4F6-422D-A866-13575B53747C}" srcOrd="0" destOrd="0" presId="urn:microsoft.com/office/officeart/2005/8/layout/cycle2"/>
    <dgm:cxn modelId="{66268963-B213-443E-9B59-7504498D8DCC}" type="presOf" srcId="{F3E0EC65-7F7F-4981-A15E-109CDBFA04AF}" destId="{42A205D8-1E12-4E6F-983D-67EA5D48325A}" srcOrd="0" destOrd="0" presId="urn:microsoft.com/office/officeart/2005/8/layout/cycle2"/>
    <dgm:cxn modelId="{F986C88D-BD2E-4A9B-812E-F4CC82C3059D}" type="presOf" srcId="{DBC40D67-9105-4248-82D8-3FF885B69E73}" destId="{819058D1-C706-4158-A8CA-17AA8C206D00}" srcOrd="1" destOrd="0" presId="urn:microsoft.com/office/officeart/2005/8/layout/cycle2"/>
    <dgm:cxn modelId="{23320F98-AE5E-46CD-A83F-22BF30B6110D}" type="presOf" srcId="{211A396A-1D55-4D61-B566-AC80E9EFE259}" destId="{1143D8D9-7D2A-475E-9CE8-6EF1A83BA807}" srcOrd="1" destOrd="0" presId="urn:microsoft.com/office/officeart/2005/8/layout/cycle2"/>
    <dgm:cxn modelId="{D12DC8AD-C53F-41C3-874F-8D54FA763483}" type="presOf" srcId="{0D6067BB-E3E7-4B2B-838D-5DC147D5E4CE}" destId="{181669A1-0067-4028-A420-5823D5905AD9}" srcOrd="0" destOrd="0" presId="urn:microsoft.com/office/officeart/2005/8/layout/cycle2"/>
    <dgm:cxn modelId="{31B48AB0-1BBB-4A49-8897-2641500F802C}" type="presOf" srcId="{20CB7825-9777-4796-90F7-F1F098CFFA72}" destId="{B4EF51FE-B94D-4EA5-93A6-D0835AA59595}" srcOrd="0" destOrd="0" presId="urn:microsoft.com/office/officeart/2005/8/layout/cycle2"/>
    <dgm:cxn modelId="{A43867C2-3FE0-415F-A20C-E0CF0D85E4E7}" srcId="{0D6067BB-E3E7-4B2B-838D-5DC147D5E4CE}" destId="{F3E0EC65-7F7F-4981-A15E-109CDBFA04AF}" srcOrd="4" destOrd="0" parTransId="{7134CFE2-78E7-4F8A-BF3E-803032907920}" sibTransId="{211A396A-1D55-4D61-B566-AC80E9EFE259}"/>
    <dgm:cxn modelId="{743BB8D7-2E8A-4271-8823-A66B2875E0B4}" srcId="{0D6067BB-E3E7-4B2B-838D-5DC147D5E4CE}" destId="{E9E13A00-171B-499D-B7D0-02AEE675DD80}" srcOrd="1" destOrd="0" parTransId="{022B93F0-0DCD-4187-B8A5-4F8D3247592A}" sibTransId="{DBC40D67-9105-4248-82D8-3FF885B69E73}"/>
    <dgm:cxn modelId="{61D2A3DC-FFBD-4390-9F82-2A94E5878C37}" type="presOf" srcId="{92850053-2EC6-4CFD-B041-A7D68971454D}" destId="{8C0A07A0-175D-4C29-A44C-A777361D8138}" srcOrd="0" destOrd="0" presId="urn:microsoft.com/office/officeart/2005/8/layout/cycle2"/>
    <dgm:cxn modelId="{F3706DDF-FC86-486D-B533-D51D7E56DE2C}" srcId="{0D6067BB-E3E7-4B2B-838D-5DC147D5E4CE}" destId="{92850053-2EC6-4CFD-B041-A7D68971454D}" srcOrd="3" destOrd="0" parTransId="{FC4B7E6F-F2B8-471D-B090-638405B1917D}" sibTransId="{774E232A-9A58-4A2F-B091-5213936ECBEB}"/>
    <dgm:cxn modelId="{BA3B78EC-3BE7-410D-AC98-34707C7763E5}" type="presOf" srcId="{23637CCC-0A23-4804-9807-1B912C0995B6}" destId="{7362D9CF-EAA5-4C11-A872-E72A60A31306}" srcOrd="0" destOrd="0" presId="urn:microsoft.com/office/officeart/2005/8/layout/cycle2"/>
    <dgm:cxn modelId="{F2BC44EF-A9DF-4B90-9CA0-AE0763DB028F}" type="presOf" srcId="{211A396A-1D55-4D61-B566-AC80E9EFE259}" destId="{E0D05EAF-5DB7-47A0-B7CE-188458DD6B58}" srcOrd="0" destOrd="0" presId="urn:microsoft.com/office/officeart/2005/8/layout/cycle2"/>
    <dgm:cxn modelId="{BF648F65-C114-4C7F-9963-20381453201E}" type="presParOf" srcId="{181669A1-0067-4028-A420-5823D5905AD9}" destId="{7CA86F4D-2648-4B2D-8B58-B2496234FFEA}" srcOrd="0" destOrd="0" presId="urn:microsoft.com/office/officeart/2005/8/layout/cycle2"/>
    <dgm:cxn modelId="{31B60095-1918-4893-A44C-BDB0752F1108}" type="presParOf" srcId="{181669A1-0067-4028-A420-5823D5905AD9}" destId="{B4EF51FE-B94D-4EA5-93A6-D0835AA59595}" srcOrd="1" destOrd="0" presId="urn:microsoft.com/office/officeart/2005/8/layout/cycle2"/>
    <dgm:cxn modelId="{4DAA1427-7C25-4CEC-B5AC-39B441884DF0}" type="presParOf" srcId="{B4EF51FE-B94D-4EA5-93A6-D0835AA59595}" destId="{7FCAEF28-0013-41B3-BA79-ACB9936D562B}" srcOrd="0" destOrd="0" presId="urn:microsoft.com/office/officeart/2005/8/layout/cycle2"/>
    <dgm:cxn modelId="{E0EE3BF6-C3D9-4970-AAED-E374FD92EC09}" type="presParOf" srcId="{181669A1-0067-4028-A420-5823D5905AD9}" destId="{163DB4C4-C4F6-422D-A866-13575B53747C}" srcOrd="2" destOrd="0" presId="urn:microsoft.com/office/officeart/2005/8/layout/cycle2"/>
    <dgm:cxn modelId="{CF185337-4E59-4323-B2DA-5056597A0283}" type="presParOf" srcId="{181669A1-0067-4028-A420-5823D5905AD9}" destId="{CD2C0163-FB46-49A2-978E-A2B4A54F8545}" srcOrd="3" destOrd="0" presId="urn:microsoft.com/office/officeart/2005/8/layout/cycle2"/>
    <dgm:cxn modelId="{A6BBC1C7-20BC-4F5E-B3FA-60FC9B40C51F}" type="presParOf" srcId="{CD2C0163-FB46-49A2-978E-A2B4A54F8545}" destId="{819058D1-C706-4158-A8CA-17AA8C206D00}" srcOrd="0" destOrd="0" presId="urn:microsoft.com/office/officeart/2005/8/layout/cycle2"/>
    <dgm:cxn modelId="{BF8D5A77-3B34-4AB0-A937-185070874F6E}" type="presParOf" srcId="{181669A1-0067-4028-A420-5823D5905AD9}" destId="{4680BDD9-3A52-48C4-BF1A-4685C181900D}" srcOrd="4" destOrd="0" presId="urn:microsoft.com/office/officeart/2005/8/layout/cycle2"/>
    <dgm:cxn modelId="{84361C64-7A12-4405-B9AC-9335CF6AB3A7}" type="presParOf" srcId="{181669A1-0067-4028-A420-5823D5905AD9}" destId="{7362D9CF-EAA5-4C11-A872-E72A60A31306}" srcOrd="5" destOrd="0" presId="urn:microsoft.com/office/officeart/2005/8/layout/cycle2"/>
    <dgm:cxn modelId="{C8A328A4-012D-48C1-930E-3422DBD7C5FA}" type="presParOf" srcId="{7362D9CF-EAA5-4C11-A872-E72A60A31306}" destId="{281C3465-4495-4507-8C59-E7278FC337FA}" srcOrd="0" destOrd="0" presId="urn:microsoft.com/office/officeart/2005/8/layout/cycle2"/>
    <dgm:cxn modelId="{F5D44B73-FF5F-451E-A602-65291206B7FF}" type="presParOf" srcId="{181669A1-0067-4028-A420-5823D5905AD9}" destId="{8C0A07A0-175D-4C29-A44C-A777361D8138}" srcOrd="6" destOrd="0" presId="urn:microsoft.com/office/officeart/2005/8/layout/cycle2"/>
    <dgm:cxn modelId="{DDB7A157-1C88-4069-9B37-72FFDEAF7CD2}" type="presParOf" srcId="{181669A1-0067-4028-A420-5823D5905AD9}" destId="{8EE3AA00-DF9C-4FC1-9203-2195FEF4E5FF}" srcOrd="7" destOrd="0" presId="urn:microsoft.com/office/officeart/2005/8/layout/cycle2"/>
    <dgm:cxn modelId="{E7E370ED-8BEB-406A-B118-539E61C943E8}" type="presParOf" srcId="{8EE3AA00-DF9C-4FC1-9203-2195FEF4E5FF}" destId="{1DDEA8B2-F808-475E-BD9E-9143D1633764}" srcOrd="0" destOrd="0" presId="urn:microsoft.com/office/officeart/2005/8/layout/cycle2"/>
    <dgm:cxn modelId="{EFC35D39-ECD0-41C8-A2BE-C83CBEDE85E2}" type="presParOf" srcId="{181669A1-0067-4028-A420-5823D5905AD9}" destId="{42A205D8-1E12-4E6F-983D-67EA5D48325A}" srcOrd="8" destOrd="0" presId="urn:microsoft.com/office/officeart/2005/8/layout/cycle2"/>
    <dgm:cxn modelId="{426D9871-A4F4-44D5-9C7F-C621409A222D}" type="presParOf" srcId="{181669A1-0067-4028-A420-5823D5905AD9}" destId="{E0D05EAF-5DB7-47A0-B7CE-188458DD6B58}" srcOrd="9" destOrd="0" presId="urn:microsoft.com/office/officeart/2005/8/layout/cycle2"/>
    <dgm:cxn modelId="{52ED1F42-0E9A-469A-B331-E29E88BDE1A5}" type="presParOf" srcId="{E0D05EAF-5DB7-47A0-B7CE-188458DD6B58}" destId="{1143D8D9-7D2A-475E-9CE8-6EF1A83BA80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A86F4D-2648-4B2D-8B58-B2496234FFEA}">
      <dsp:nvSpPr>
        <dsp:cNvPr id="0" name=""/>
        <dsp:cNvSpPr/>
      </dsp:nvSpPr>
      <dsp:spPr>
        <a:xfrm>
          <a:off x="4121298" y="1982"/>
          <a:ext cx="1917402" cy="191740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610" tIns="54610" rIns="54610" bIns="5461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300" kern="1200"/>
        </a:p>
      </dsp:txBody>
      <dsp:txXfrm>
        <a:off x="4402095" y="282779"/>
        <a:ext cx="1355808" cy="1355808"/>
      </dsp:txXfrm>
    </dsp:sp>
    <dsp:sp modelId="{B4EF51FE-B94D-4EA5-93A6-D0835AA59595}">
      <dsp:nvSpPr>
        <dsp:cNvPr id="0" name=""/>
        <dsp:cNvSpPr/>
      </dsp:nvSpPr>
      <dsp:spPr>
        <a:xfrm rot="2160000">
          <a:off x="5977947" y="1474447"/>
          <a:ext cx="509063" cy="6471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5992530" y="1558989"/>
        <a:ext cx="356344" cy="388273"/>
      </dsp:txXfrm>
    </dsp:sp>
    <dsp:sp modelId="{163DB4C4-C4F6-422D-A866-13575B53747C}">
      <dsp:nvSpPr>
        <dsp:cNvPr id="0" name=""/>
        <dsp:cNvSpPr/>
      </dsp:nvSpPr>
      <dsp:spPr>
        <a:xfrm>
          <a:off x="6449568" y="1693569"/>
          <a:ext cx="1917402" cy="191740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610" tIns="54610" rIns="54610" bIns="5461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300" kern="1200"/>
        </a:p>
      </dsp:txBody>
      <dsp:txXfrm>
        <a:off x="6730365" y="1974366"/>
        <a:ext cx="1355808" cy="1355808"/>
      </dsp:txXfrm>
    </dsp:sp>
    <dsp:sp modelId="{CD2C0163-FB46-49A2-978E-A2B4A54F8545}">
      <dsp:nvSpPr>
        <dsp:cNvPr id="0" name=""/>
        <dsp:cNvSpPr/>
      </dsp:nvSpPr>
      <dsp:spPr>
        <a:xfrm rot="6480000">
          <a:off x="6713530" y="3683529"/>
          <a:ext cx="509063" cy="6471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 rot="10800000">
        <a:off x="6813486" y="3740332"/>
        <a:ext cx="356344" cy="388273"/>
      </dsp:txXfrm>
    </dsp:sp>
    <dsp:sp modelId="{4680BDD9-3A52-48C4-BF1A-4685C181900D}">
      <dsp:nvSpPr>
        <dsp:cNvPr id="0" name=""/>
        <dsp:cNvSpPr/>
      </dsp:nvSpPr>
      <dsp:spPr>
        <a:xfrm>
          <a:off x="5560248" y="4430615"/>
          <a:ext cx="1917402" cy="191740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610" tIns="54610" rIns="54610" bIns="5461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300" kern="1200"/>
        </a:p>
      </dsp:txBody>
      <dsp:txXfrm>
        <a:off x="5841045" y="4711412"/>
        <a:ext cx="1355808" cy="1355808"/>
      </dsp:txXfrm>
    </dsp:sp>
    <dsp:sp modelId="{7362D9CF-EAA5-4C11-A872-E72A60A31306}">
      <dsp:nvSpPr>
        <dsp:cNvPr id="0" name=""/>
        <dsp:cNvSpPr/>
      </dsp:nvSpPr>
      <dsp:spPr>
        <a:xfrm rot="10800000">
          <a:off x="4839875" y="5065754"/>
          <a:ext cx="509063" cy="6471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 rot="10800000">
        <a:off x="4992594" y="5195179"/>
        <a:ext cx="356344" cy="388273"/>
      </dsp:txXfrm>
    </dsp:sp>
    <dsp:sp modelId="{8C0A07A0-175D-4C29-A44C-A777361D8138}">
      <dsp:nvSpPr>
        <dsp:cNvPr id="0" name=""/>
        <dsp:cNvSpPr/>
      </dsp:nvSpPr>
      <dsp:spPr>
        <a:xfrm>
          <a:off x="2682348" y="4430615"/>
          <a:ext cx="1917402" cy="191740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610" tIns="54610" rIns="54610" bIns="5461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300" kern="1200"/>
        </a:p>
      </dsp:txBody>
      <dsp:txXfrm>
        <a:off x="2963145" y="4711412"/>
        <a:ext cx="1355808" cy="1355808"/>
      </dsp:txXfrm>
    </dsp:sp>
    <dsp:sp modelId="{8EE3AA00-DF9C-4FC1-9203-2195FEF4E5FF}">
      <dsp:nvSpPr>
        <dsp:cNvPr id="0" name=""/>
        <dsp:cNvSpPr/>
      </dsp:nvSpPr>
      <dsp:spPr>
        <a:xfrm rot="15120000">
          <a:off x="2946310" y="3710934"/>
          <a:ext cx="509063" cy="6471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 rot="10800000">
        <a:off x="3046266" y="3912981"/>
        <a:ext cx="356344" cy="388273"/>
      </dsp:txXfrm>
    </dsp:sp>
    <dsp:sp modelId="{42A205D8-1E12-4E6F-983D-67EA5D48325A}">
      <dsp:nvSpPr>
        <dsp:cNvPr id="0" name=""/>
        <dsp:cNvSpPr/>
      </dsp:nvSpPr>
      <dsp:spPr>
        <a:xfrm>
          <a:off x="1793028" y="1693569"/>
          <a:ext cx="1917402" cy="191740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610" tIns="54610" rIns="54610" bIns="5461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300" kern="1200"/>
        </a:p>
      </dsp:txBody>
      <dsp:txXfrm>
        <a:off x="2073825" y="1974366"/>
        <a:ext cx="1355808" cy="1355808"/>
      </dsp:txXfrm>
    </dsp:sp>
    <dsp:sp modelId="{E0D05EAF-5DB7-47A0-B7CE-188458DD6B58}">
      <dsp:nvSpPr>
        <dsp:cNvPr id="0" name=""/>
        <dsp:cNvSpPr/>
      </dsp:nvSpPr>
      <dsp:spPr>
        <a:xfrm rot="19440000">
          <a:off x="3649677" y="1491384"/>
          <a:ext cx="509063" cy="6471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3664260" y="1665692"/>
        <a:ext cx="356344" cy="3882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A862E-28D6-42CC-93E2-58BC30EF5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9B3630-CDE9-43C5-9A3B-AF6455C4BD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D9964-C115-4C78-A0B7-3572D590D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F3A05-6010-419E-B331-398DBCDF5AF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BC9F4-75A5-4E13-93DB-442D99852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3B973-6784-4F82-BC2C-BD043B22E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1378B-B0DB-4119-9561-E423CE831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78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A3BFE-CBA8-48B5-AB8D-9A199D46C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F3AF0-8DFE-4981-AC89-5E9DD199B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A53E1-164B-43B1-AC8D-0CDF0A249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F3A05-6010-419E-B331-398DBCDF5AF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B894E-517F-4E09-B534-6C24956AA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6705B-E1ED-4E35-B29E-0259680D5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1378B-B0DB-4119-9561-E423CE831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596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55B1F-B4AE-4415-AD0A-6CD73D421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0D833-CA4B-4840-B7B1-9342B6EA0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301CE-E76F-473F-9AAE-66B199502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F3A05-6010-419E-B331-398DBCDF5AF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E87A2-404C-4C0C-A03D-6BC3681EE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953C5-788B-4320-856D-0765A6546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1378B-B0DB-4119-9561-E423CE831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086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07D6A-2321-4865-8581-04A391D89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95789-2FF7-4715-BFDD-C90D87B42B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84B6DC-0BC5-4B13-9FA0-B5680558E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EC60F-278B-49DC-A686-7603271C4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F3A05-6010-419E-B331-398DBCDF5AF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270B8B-EE19-43B0-89D0-556E98D51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A770E7-D439-4FA5-9C73-6F1264951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1378B-B0DB-4119-9561-E423CE831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038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A9A6B-5A91-4CC3-8D83-539BE350A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0ADAD-EF24-4E32-B0E2-244B1BF3B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D3ACB7-EB49-4E85-AD20-2F07DCFBC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96DF23-EC37-42DA-A2D1-62DED7A9C7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4BF17-40EA-480D-ACAD-E38295C217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AF6E69-D7E2-427C-85AC-6DD15D5C7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F3A05-6010-419E-B331-398DBCDF5AF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11694A-622D-410B-8628-E35E34B4C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F25B92-61E4-42CD-AE67-530C5F0D9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1378B-B0DB-4119-9561-E423CE831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86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14BF7-D960-4CA8-B768-FB49ECB4F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1165A4-08B4-49B5-BFB2-D24A65E25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F3A05-6010-419E-B331-398DBCDF5AF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7DF489-9342-4F62-910F-ADA4699AF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20F208-632C-4898-84BD-1447D7A5A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1378B-B0DB-4119-9561-E423CE831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008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5434FD-63D2-4563-B31D-0305A1432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F3A05-6010-419E-B331-398DBCDF5AF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7AFF39-3F5E-495A-A999-7F18AF2DC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86F1B-07BA-4B6B-BDEE-0F685C63E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1378B-B0DB-4119-9561-E423CE831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39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DEAAF-CB43-4349-87C6-1F3A6F995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9B554-44A1-4E53-82BB-DC783696C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384489-6865-473E-A860-D2C5E755D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0948A8-05EF-4337-913A-63D7DA141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F3A05-6010-419E-B331-398DBCDF5AF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377F1-7475-43B4-BC10-501726A3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9A41E-413C-437A-B1AD-191C33FF4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1378B-B0DB-4119-9561-E423CE831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627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45248-328F-4008-8842-7DF158B0D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C031B8-F751-4D41-BFEB-C3E4A29E79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0F38E2-D4F6-4E7C-9127-D029C0DB3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2541A-DB07-4399-96D3-5BD65EA54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F3A05-6010-419E-B331-398DBCDF5AF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DF766-FA32-498C-8D36-5BF59C880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26B3C-99F8-4BB6-BB5D-BC0F2F0AD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1378B-B0DB-4119-9561-E423CE831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027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0ABD3-F93C-4D6D-B10A-8E686F353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FE4726-A6E3-43DF-923B-6E9E86A5E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E66CD-95BB-4978-84B1-8967D3CB2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F3A05-6010-419E-B331-398DBCDF5AF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1517D-9BB5-4201-9C04-AA59B7F53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87956-77B9-42A8-8A14-1A53FBDC4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1378B-B0DB-4119-9561-E423CE831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887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B79CFF-7ACD-459A-B5D1-D458E0D5D9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7A18F3-127D-4A73-AF71-89F6A0CF8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55A00-EB84-466B-8BB4-E3BEF124E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F3A05-6010-419E-B331-398DBCDF5AF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8B712-3E29-4702-B43B-80737D294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609F8-2748-46E1-93E6-E3CB99309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1378B-B0DB-4119-9561-E423CE831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921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5C5932-0A22-4607-AEE2-341DC355D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43535-A59F-4684-9F9B-18955E9BB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66A00-4F8B-4AB6-AAD3-52B4005074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F3A05-6010-419E-B331-398DBCDF5AF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9BAB8-EEC3-4860-B204-AB03150214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E61DB-EF81-43E3-8698-168EA0837B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1378B-B0DB-4119-9561-E423CE831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285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A85EC5A-385C-4B86-A2B7-D200B46F0C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9377762"/>
              </p:ext>
            </p:extLst>
          </p:nvPr>
        </p:nvGraphicFramePr>
        <p:xfrm>
          <a:off x="1270000" y="1270000"/>
          <a:ext cx="10160000" cy="635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903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Aditya Agrawal</dc:creator>
  <cp:lastModifiedBy>Aditya Agrawal</cp:lastModifiedBy>
  <cp:revision>1</cp:revision>
  <dcterms:created xsi:type="dcterms:W3CDTF">2026-08-19T05:58:24Z</dcterms:created>
  <dcterms:modified xsi:type="dcterms:W3CDTF">2026-08-19T05:58:24Z</dcterms:modified>
</cp:coreProperties>
</file>