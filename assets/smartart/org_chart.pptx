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" d="100"/>
          <a:sy n="10" d="100"/>
        </p:scale>
        <p:origin x="720" y="-1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50899D8-AB50-46A5-AC1B-6C55828D9BFB}" type="doc">
      <dgm:prSet loTypeId="urn:microsoft.com/office/officeart/2005/8/layout/orgChart1" loCatId="hierarchy" qsTypeId="urn:microsoft.com/office/officeart/2005/8/quickstyle/simple1" qsCatId="simple" csTypeId="urn:microsoft.com/office/officeart/2005/8/colors/accent1_2" csCatId="accent1" phldr="0"/>
      <dgm:spPr/>
      <dgm:t>
        <a:bodyPr/>
        <a:lstStyle/>
        <a:p>
          <a:endParaRPr lang="en-US"/>
        </a:p>
      </dgm:t>
    </dgm:pt>
    <dgm:pt modelId="{7C50F662-2AAD-4835-A40D-F5A54DBE7107}">
      <dgm:prSet phldrT="[Text]" phldr="1"/>
      <dgm:spPr/>
      <dgm:t>
        <a:bodyPr/>
        <a:lstStyle/>
        <a:p>
          <a:endParaRPr lang="en-US"/>
        </a:p>
      </dgm:t>
    </dgm:pt>
    <dgm:pt modelId="{98FA1CAF-D795-48CC-A129-3C3B2538E0E3}" type="parTrans" cxnId="{5378FAAA-31D8-42C4-B97A-01770BAA5E80}">
      <dgm:prSet/>
      <dgm:spPr/>
      <dgm:t>
        <a:bodyPr/>
        <a:lstStyle/>
        <a:p>
          <a:endParaRPr lang="en-US"/>
        </a:p>
      </dgm:t>
    </dgm:pt>
    <dgm:pt modelId="{F87FAE0F-5887-4469-B3C5-0A9CE6FEF80E}" type="sibTrans" cxnId="{5378FAAA-31D8-42C4-B97A-01770BAA5E80}">
      <dgm:prSet/>
      <dgm:spPr/>
      <dgm:t>
        <a:bodyPr/>
        <a:lstStyle/>
        <a:p>
          <a:endParaRPr lang="en-US"/>
        </a:p>
      </dgm:t>
    </dgm:pt>
    <dgm:pt modelId="{7AA1D916-4731-44ED-BF40-13594474F490}" type="asst">
      <dgm:prSet phldrT="[Text]" phldr="1"/>
      <dgm:spPr/>
      <dgm:t>
        <a:bodyPr/>
        <a:lstStyle/>
        <a:p>
          <a:endParaRPr lang="en-US"/>
        </a:p>
      </dgm:t>
    </dgm:pt>
    <dgm:pt modelId="{86D630CE-9D16-401C-80AA-C77C73E0F8E8}" type="parTrans" cxnId="{D558C320-2B56-46B4-9AAD-82C47124AB70}">
      <dgm:prSet/>
      <dgm:spPr/>
      <dgm:t>
        <a:bodyPr/>
        <a:lstStyle/>
        <a:p>
          <a:endParaRPr lang="en-US"/>
        </a:p>
      </dgm:t>
    </dgm:pt>
    <dgm:pt modelId="{E76D1566-E5C3-4363-BEF4-62ED92008A4B}" type="sibTrans" cxnId="{D558C320-2B56-46B4-9AAD-82C47124AB70}">
      <dgm:prSet/>
      <dgm:spPr/>
      <dgm:t>
        <a:bodyPr/>
        <a:lstStyle/>
        <a:p>
          <a:endParaRPr lang="en-US"/>
        </a:p>
      </dgm:t>
    </dgm:pt>
    <dgm:pt modelId="{22832219-13E0-417F-A742-E470E1165CBA}">
      <dgm:prSet phldrT="[Text]" phldr="1"/>
      <dgm:spPr/>
      <dgm:t>
        <a:bodyPr/>
        <a:lstStyle/>
        <a:p>
          <a:endParaRPr lang="en-US"/>
        </a:p>
      </dgm:t>
    </dgm:pt>
    <dgm:pt modelId="{82F1EA54-F0C4-46EF-A151-E204D669DC4B}" type="parTrans" cxnId="{D45BBC6C-5694-4399-8560-DE76F801292B}">
      <dgm:prSet/>
      <dgm:spPr/>
      <dgm:t>
        <a:bodyPr/>
        <a:lstStyle/>
        <a:p>
          <a:endParaRPr lang="en-US"/>
        </a:p>
      </dgm:t>
    </dgm:pt>
    <dgm:pt modelId="{EB302CCC-77E7-4D46-9AD0-294DF01B0440}" type="sibTrans" cxnId="{D45BBC6C-5694-4399-8560-DE76F801292B}">
      <dgm:prSet/>
      <dgm:spPr/>
      <dgm:t>
        <a:bodyPr/>
        <a:lstStyle/>
        <a:p>
          <a:endParaRPr lang="en-US"/>
        </a:p>
      </dgm:t>
    </dgm:pt>
    <dgm:pt modelId="{C80784F1-94BC-492D-BF43-7F91E988E859}">
      <dgm:prSet phldrT="[Text]" phldr="1"/>
      <dgm:spPr/>
      <dgm:t>
        <a:bodyPr/>
        <a:lstStyle/>
        <a:p>
          <a:endParaRPr lang="en-US"/>
        </a:p>
      </dgm:t>
    </dgm:pt>
    <dgm:pt modelId="{5A4BB393-18D6-4831-805C-AE8C6391D282}" type="parTrans" cxnId="{65D9905C-FA68-4FE3-ABDE-4F6B75AD451B}">
      <dgm:prSet/>
      <dgm:spPr/>
      <dgm:t>
        <a:bodyPr/>
        <a:lstStyle/>
        <a:p>
          <a:endParaRPr lang="en-US"/>
        </a:p>
      </dgm:t>
    </dgm:pt>
    <dgm:pt modelId="{E0398580-0FE1-43BF-A60B-B64DDEA07D9A}" type="sibTrans" cxnId="{65D9905C-FA68-4FE3-ABDE-4F6B75AD451B}">
      <dgm:prSet/>
      <dgm:spPr/>
      <dgm:t>
        <a:bodyPr/>
        <a:lstStyle/>
        <a:p>
          <a:endParaRPr lang="en-US"/>
        </a:p>
      </dgm:t>
    </dgm:pt>
    <dgm:pt modelId="{B20AE02F-1C57-4B21-8916-DBCF9AB7BD22}">
      <dgm:prSet phldrT="[Text]" phldr="1"/>
      <dgm:spPr/>
      <dgm:t>
        <a:bodyPr/>
        <a:lstStyle/>
        <a:p>
          <a:endParaRPr lang="en-US"/>
        </a:p>
      </dgm:t>
    </dgm:pt>
    <dgm:pt modelId="{ED348DF9-8A6F-4CA4-A5FA-0BD95B6E6344}" type="parTrans" cxnId="{72FF59F9-E277-4C2D-9774-853D42162AE6}">
      <dgm:prSet/>
      <dgm:spPr/>
      <dgm:t>
        <a:bodyPr/>
        <a:lstStyle/>
        <a:p>
          <a:endParaRPr lang="en-US"/>
        </a:p>
      </dgm:t>
    </dgm:pt>
    <dgm:pt modelId="{46DDEE91-EED7-47D0-AAEB-E41F772A138F}" type="sibTrans" cxnId="{72FF59F9-E277-4C2D-9774-853D42162AE6}">
      <dgm:prSet/>
      <dgm:spPr/>
      <dgm:t>
        <a:bodyPr/>
        <a:lstStyle/>
        <a:p>
          <a:endParaRPr lang="en-US"/>
        </a:p>
      </dgm:t>
    </dgm:pt>
    <dgm:pt modelId="{4A83A2BF-B23E-4E86-ABC4-FA7D46D3B411}" type="pres">
      <dgm:prSet presAssocID="{E50899D8-AB50-46A5-AC1B-6C55828D9BFB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63F0AA9B-4E1B-48B0-A089-0964A073F13F}" type="pres">
      <dgm:prSet presAssocID="{7C50F662-2AAD-4835-A40D-F5A54DBE7107}" presName="hierRoot1" presStyleCnt="0">
        <dgm:presLayoutVars>
          <dgm:hierBranch val="init"/>
        </dgm:presLayoutVars>
      </dgm:prSet>
      <dgm:spPr/>
    </dgm:pt>
    <dgm:pt modelId="{C90B620B-8484-442F-A096-297CEF7AF5AF}" type="pres">
      <dgm:prSet presAssocID="{7C50F662-2AAD-4835-A40D-F5A54DBE7107}" presName="rootComposite1" presStyleCnt="0"/>
      <dgm:spPr/>
    </dgm:pt>
    <dgm:pt modelId="{11A6BB79-E7B8-4E86-AB2B-69182F694332}" type="pres">
      <dgm:prSet presAssocID="{7C50F662-2AAD-4835-A40D-F5A54DBE7107}" presName="rootText1" presStyleLbl="node0" presStyleIdx="0" presStyleCnt="1">
        <dgm:presLayoutVars>
          <dgm:chPref val="3"/>
        </dgm:presLayoutVars>
      </dgm:prSet>
      <dgm:spPr/>
    </dgm:pt>
    <dgm:pt modelId="{6D96E61C-8ED7-483E-B22D-ED514197172D}" type="pres">
      <dgm:prSet presAssocID="{7C50F662-2AAD-4835-A40D-F5A54DBE7107}" presName="rootConnector1" presStyleLbl="node1" presStyleIdx="0" presStyleCnt="0"/>
      <dgm:spPr/>
    </dgm:pt>
    <dgm:pt modelId="{88A4564A-40D1-4B23-B3E7-7995469C01C7}" type="pres">
      <dgm:prSet presAssocID="{7C50F662-2AAD-4835-A40D-F5A54DBE7107}" presName="hierChild2" presStyleCnt="0"/>
      <dgm:spPr/>
    </dgm:pt>
    <dgm:pt modelId="{72E32370-7BC4-4281-BA74-4A6C7834BC53}" type="pres">
      <dgm:prSet presAssocID="{82F1EA54-F0C4-46EF-A151-E204D669DC4B}" presName="Name37" presStyleLbl="parChTrans1D2" presStyleIdx="0" presStyleCnt="4"/>
      <dgm:spPr/>
    </dgm:pt>
    <dgm:pt modelId="{E0CA1EE8-5507-414B-81FE-4F323D6BFAF1}" type="pres">
      <dgm:prSet presAssocID="{22832219-13E0-417F-A742-E470E1165CBA}" presName="hierRoot2" presStyleCnt="0">
        <dgm:presLayoutVars>
          <dgm:hierBranch val="init"/>
        </dgm:presLayoutVars>
      </dgm:prSet>
      <dgm:spPr/>
    </dgm:pt>
    <dgm:pt modelId="{70466157-C9A8-465D-BE90-D0CF92FB409A}" type="pres">
      <dgm:prSet presAssocID="{22832219-13E0-417F-A742-E470E1165CBA}" presName="rootComposite" presStyleCnt="0"/>
      <dgm:spPr/>
    </dgm:pt>
    <dgm:pt modelId="{9A16B24B-3B45-4702-8EE0-F7537378FC5A}" type="pres">
      <dgm:prSet presAssocID="{22832219-13E0-417F-A742-E470E1165CBA}" presName="rootText" presStyleLbl="node2" presStyleIdx="0" presStyleCnt="3">
        <dgm:presLayoutVars>
          <dgm:chPref val="3"/>
        </dgm:presLayoutVars>
      </dgm:prSet>
      <dgm:spPr/>
    </dgm:pt>
    <dgm:pt modelId="{111FCF16-BC7E-4384-BFF9-5315350D8DB0}" type="pres">
      <dgm:prSet presAssocID="{22832219-13E0-417F-A742-E470E1165CBA}" presName="rootConnector" presStyleLbl="node2" presStyleIdx="0" presStyleCnt="3"/>
      <dgm:spPr/>
    </dgm:pt>
    <dgm:pt modelId="{05E887CD-4B33-4272-A41B-98E0E46DD2CE}" type="pres">
      <dgm:prSet presAssocID="{22832219-13E0-417F-A742-E470E1165CBA}" presName="hierChild4" presStyleCnt="0"/>
      <dgm:spPr/>
    </dgm:pt>
    <dgm:pt modelId="{0FA7B41C-2B7C-44EC-82E2-86777E2B017A}" type="pres">
      <dgm:prSet presAssocID="{22832219-13E0-417F-A742-E470E1165CBA}" presName="hierChild5" presStyleCnt="0"/>
      <dgm:spPr/>
    </dgm:pt>
    <dgm:pt modelId="{7106614E-9798-4020-9E27-D143C2D8B8C7}" type="pres">
      <dgm:prSet presAssocID="{5A4BB393-18D6-4831-805C-AE8C6391D282}" presName="Name37" presStyleLbl="parChTrans1D2" presStyleIdx="1" presStyleCnt="4"/>
      <dgm:spPr/>
    </dgm:pt>
    <dgm:pt modelId="{5AB90B94-5B20-4FB8-A110-49D56DA0CCE8}" type="pres">
      <dgm:prSet presAssocID="{C80784F1-94BC-492D-BF43-7F91E988E859}" presName="hierRoot2" presStyleCnt="0">
        <dgm:presLayoutVars>
          <dgm:hierBranch val="init"/>
        </dgm:presLayoutVars>
      </dgm:prSet>
      <dgm:spPr/>
    </dgm:pt>
    <dgm:pt modelId="{932F4A9F-A734-43BD-9CC6-A5B0EC8311C5}" type="pres">
      <dgm:prSet presAssocID="{C80784F1-94BC-492D-BF43-7F91E988E859}" presName="rootComposite" presStyleCnt="0"/>
      <dgm:spPr/>
    </dgm:pt>
    <dgm:pt modelId="{7C695618-5096-4BEE-B29A-D12266441D5A}" type="pres">
      <dgm:prSet presAssocID="{C80784F1-94BC-492D-BF43-7F91E988E859}" presName="rootText" presStyleLbl="node2" presStyleIdx="1" presStyleCnt="3">
        <dgm:presLayoutVars>
          <dgm:chPref val="3"/>
        </dgm:presLayoutVars>
      </dgm:prSet>
      <dgm:spPr/>
    </dgm:pt>
    <dgm:pt modelId="{58C9D9E0-3254-4B6C-8243-3CE69F80EB5C}" type="pres">
      <dgm:prSet presAssocID="{C80784F1-94BC-492D-BF43-7F91E988E859}" presName="rootConnector" presStyleLbl="node2" presStyleIdx="1" presStyleCnt="3"/>
      <dgm:spPr/>
    </dgm:pt>
    <dgm:pt modelId="{83F3194F-AC19-4F71-8E12-EDC194B145CA}" type="pres">
      <dgm:prSet presAssocID="{C80784F1-94BC-492D-BF43-7F91E988E859}" presName="hierChild4" presStyleCnt="0"/>
      <dgm:spPr/>
    </dgm:pt>
    <dgm:pt modelId="{DEF95BC7-C76D-4D80-A345-69D6E311EEB4}" type="pres">
      <dgm:prSet presAssocID="{C80784F1-94BC-492D-BF43-7F91E988E859}" presName="hierChild5" presStyleCnt="0"/>
      <dgm:spPr/>
    </dgm:pt>
    <dgm:pt modelId="{DF65C50C-A3D9-4D02-9A70-2EC7633A62D3}" type="pres">
      <dgm:prSet presAssocID="{ED348DF9-8A6F-4CA4-A5FA-0BD95B6E6344}" presName="Name37" presStyleLbl="parChTrans1D2" presStyleIdx="2" presStyleCnt="4"/>
      <dgm:spPr/>
    </dgm:pt>
    <dgm:pt modelId="{BF45F15A-5EA6-44AD-A31B-BFC8E0F98FB6}" type="pres">
      <dgm:prSet presAssocID="{B20AE02F-1C57-4B21-8916-DBCF9AB7BD22}" presName="hierRoot2" presStyleCnt="0">
        <dgm:presLayoutVars>
          <dgm:hierBranch val="init"/>
        </dgm:presLayoutVars>
      </dgm:prSet>
      <dgm:spPr/>
    </dgm:pt>
    <dgm:pt modelId="{99F8E168-792A-41E1-88B9-395893EFBDC7}" type="pres">
      <dgm:prSet presAssocID="{B20AE02F-1C57-4B21-8916-DBCF9AB7BD22}" presName="rootComposite" presStyleCnt="0"/>
      <dgm:spPr/>
    </dgm:pt>
    <dgm:pt modelId="{A63279D7-7E86-42B6-A97F-CDE6521B88FF}" type="pres">
      <dgm:prSet presAssocID="{B20AE02F-1C57-4B21-8916-DBCF9AB7BD22}" presName="rootText" presStyleLbl="node2" presStyleIdx="2" presStyleCnt="3">
        <dgm:presLayoutVars>
          <dgm:chPref val="3"/>
        </dgm:presLayoutVars>
      </dgm:prSet>
      <dgm:spPr/>
    </dgm:pt>
    <dgm:pt modelId="{3B110CA2-D271-466D-8FA5-D2666E24130A}" type="pres">
      <dgm:prSet presAssocID="{B20AE02F-1C57-4B21-8916-DBCF9AB7BD22}" presName="rootConnector" presStyleLbl="node2" presStyleIdx="2" presStyleCnt="3"/>
      <dgm:spPr/>
    </dgm:pt>
    <dgm:pt modelId="{6A0059C4-46D3-4D25-B897-0C60C597AD4A}" type="pres">
      <dgm:prSet presAssocID="{B20AE02F-1C57-4B21-8916-DBCF9AB7BD22}" presName="hierChild4" presStyleCnt="0"/>
      <dgm:spPr/>
    </dgm:pt>
    <dgm:pt modelId="{DC24B518-50F9-4795-A15C-2CC2CA24E947}" type="pres">
      <dgm:prSet presAssocID="{B20AE02F-1C57-4B21-8916-DBCF9AB7BD22}" presName="hierChild5" presStyleCnt="0"/>
      <dgm:spPr/>
    </dgm:pt>
    <dgm:pt modelId="{E48966EA-E46E-431B-AD99-462BC7B6DAC6}" type="pres">
      <dgm:prSet presAssocID="{7C50F662-2AAD-4835-A40D-F5A54DBE7107}" presName="hierChild3" presStyleCnt="0"/>
      <dgm:spPr/>
    </dgm:pt>
    <dgm:pt modelId="{97CB6045-C091-4ECA-8538-D1E3B52B0DCE}" type="pres">
      <dgm:prSet presAssocID="{86D630CE-9D16-401C-80AA-C77C73E0F8E8}" presName="Name111" presStyleLbl="parChTrans1D2" presStyleIdx="3" presStyleCnt="4"/>
      <dgm:spPr/>
    </dgm:pt>
    <dgm:pt modelId="{CF89BFDC-A493-4785-8D5B-45939F496CAF}" type="pres">
      <dgm:prSet presAssocID="{7AA1D916-4731-44ED-BF40-13594474F490}" presName="hierRoot3" presStyleCnt="0">
        <dgm:presLayoutVars>
          <dgm:hierBranch val="init"/>
        </dgm:presLayoutVars>
      </dgm:prSet>
      <dgm:spPr/>
    </dgm:pt>
    <dgm:pt modelId="{82C1D078-27B6-4B1B-82A6-50D1F1AAA6CE}" type="pres">
      <dgm:prSet presAssocID="{7AA1D916-4731-44ED-BF40-13594474F490}" presName="rootComposite3" presStyleCnt="0"/>
      <dgm:spPr/>
    </dgm:pt>
    <dgm:pt modelId="{2E316523-CD3F-477B-AFA8-7EFD5829BA1B}" type="pres">
      <dgm:prSet presAssocID="{7AA1D916-4731-44ED-BF40-13594474F490}" presName="rootText3" presStyleLbl="asst1" presStyleIdx="0" presStyleCnt="1">
        <dgm:presLayoutVars>
          <dgm:chPref val="3"/>
        </dgm:presLayoutVars>
      </dgm:prSet>
      <dgm:spPr/>
    </dgm:pt>
    <dgm:pt modelId="{405D1ED9-FA7F-4D5E-B761-29603C4BBE9E}" type="pres">
      <dgm:prSet presAssocID="{7AA1D916-4731-44ED-BF40-13594474F490}" presName="rootConnector3" presStyleLbl="asst1" presStyleIdx="0" presStyleCnt="1"/>
      <dgm:spPr/>
    </dgm:pt>
    <dgm:pt modelId="{886909AA-22F2-487C-819D-4FA698DB7576}" type="pres">
      <dgm:prSet presAssocID="{7AA1D916-4731-44ED-BF40-13594474F490}" presName="hierChild6" presStyleCnt="0"/>
      <dgm:spPr/>
    </dgm:pt>
    <dgm:pt modelId="{741693F9-BBFE-44B5-83A4-95F6EFA78DEA}" type="pres">
      <dgm:prSet presAssocID="{7AA1D916-4731-44ED-BF40-13594474F490}" presName="hierChild7" presStyleCnt="0"/>
      <dgm:spPr/>
    </dgm:pt>
  </dgm:ptLst>
  <dgm:cxnLst>
    <dgm:cxn modelId="{1A875710-047F-475E-9F19-DFEF7CFA8953}" type="presOf" srcId="{ED348DF9-8A6F-4CA4-A5FA-0BD95B6E6344}" destId="{DF65C50C-A3D9-4D02-9A70-2EC7633A62D3}" srcOrd="0" destOrd="0" presId="urn:microsoft.com/office/officeart/2005/8/layout/orgChart1"/>
    <dgm:cxn modelId="{D558C320-2B56-46B4-9AAD-82C47124AB70}" srcId="{7C50F662-2AAD-4835-A40D-F5A54DBE7107}" destId="{7AA1D916-4731-44ED-BF40-13594474F490}" srcOrd="0" destOrd="0" parTransId="{86D630CE-9D16-401C-80AA-C77C73E0F8E8}" sibTransId="{E76D1566-E5C3-4363-BEF4-62ED92008A4B}"/>
    <dgm:cxn modelId="{058D7335-619A-47D5-9F84-8AE31CCE8785}" type="presOf" srcId="{E50899D8-AB50-46A5-AC1B-6C55828D9BFB}" destId="{4A83A2BF-B23E-4E86-ABC4-FA7D46D3B411}" srcOrd="0" destOrd="0" presId="urn:microsoft.com/office/officeart/2005/8/layout/orgChart1"/>
    <dgm:cxn modelId="{65D9905C-FA68-4FE3-ABDE-4F6B75AD451B}" srcId="{7C50F662-2AAD-4835-A40D-F5A54DBE7107}" destId="{C80784F1-94BC-492D-BF43-7F91E988E859}" srcOrd="2" destOrd="0" parTransId="{5A4BB393-18D6-4831-805C-AE8C6391D282}" sibTransId="{E0398580-0FE1-43BF-A60B-B64DDEA07D9A}"/>
    <dgm:cxn modelId="{2264865E-40EA-47D1-B8F9-CB97FBC8D94D}" type="presOf" srcId="{22832219-13E0-417F-A742-E470E1165CBA}" destId="{111FCF16-BC7E-4384-BFF9-5315350D8DB0}" srcOrd="1" destOrd="0" presId="urn:microsoft.com/office/officeart/2005/8/layout/orgChart1"/>
    <dgm:cxn modelId="{E88AC861-3110-47C0-A9E8-7079A4FE8F81}" type="presOf" srcId="{7AA1D916-4731-44ED-BF40-13594474F490}" destId="{2E316523-CD3F-477B-AFA8-7EFD5829BA1B}" srcOrd="0" destOrd="0" presId="urn:microsoft.com/office/officeart/2005/8/layout/orgChart1"/>
    <dgm:cxn modelId="{F8B7A365-6BF2-4801-935D-62867BB163A2}" type="presOf" srcId="{82F1EA54-F0C4-46EF-A151-E204D669DC4B}" destId="{72E32370-7BC4-4281-BA74-4A6C7834BC53}" srcOrd="0" destOrd="0" presId="urn:microsoft.com/office/officeart/2005/8/layout/orgChart1"/>
    <dgm:cxn modelId="{ADCE0B68-7A98-4A27-B68B-6B70E285C04A}" type="presOf" srcId="{C80784F1-94BC-492D-BF43-7F91E988E859}" destId="{7C695618-5096-4BEE-B29A-D12266441D5A}" srcOrd="0" destOrd="0" presId="urn:microsoft.com/office/officeart/2005/8/layout/orgChart1"/>
    <dgm:cxn modelId="{D45BBC6C-5694-4399-8560-DE76F801292B}" srcId="{7C50F662-2AAD-4835-A40D-F5A54DBE7107}" destId="{22832219-13E0-417F-A742-E470E1165CBA}" srcOrd="1" destOrd="0" parTransId="{82F1EA54-F0C4-46EF-A151-E204D669DC4B}" sibTransId="{EB302CCC-77E7-4D46-9AD0-294DF01B0440}"/>
    <dgm:cxn modelId="{2B16BE6C-EE4C-4081-AD71-7D52076742A2}" type="presOf" srcId="{C80784F1-94BC-492D-BF43-7F91E988E859}" destId="{58C9D9E0-3254-4B6C-8243-3CE69F80EB5C}" srcOrd="1" destOrd="0" presId="urn:microsoft.com/office/officeart/2005/8/layout/orgChart1"/>
    <dgm:cxn modelId="{DFDCD676-09A5-4FC7-BEB0-C6D8159D4015}" type="presOf" srcId="{86D630CE-9D16-401C-80AA-C77C73E0F8E8}" destId="{97CB6045-C091-4ECA-8538-D1E3B52B0DCE}" srcOrd="0" destOrd="0" presId="urn:microsoft.com/office/officeart/2005/8/layout/orgChart1"/>
    <dgm:cxn modelId="{9389E788-EF9D-4DE1-A314-60ACDBDB5A6A}" type="presOf" srcId="{B20AE02F-1C57-4B21-8916-DBCF9AB7BD22}" destId="{3B110CA2-D271-466D-8FA5-D2666E24130A}" srcOrd="1" destOrd="0" presId="urn:microsoft.com/office/officeart/2005/8/layout/orgChart1"/>
    <dgm:cxn modelId="{3F5E9690-09BD-40AA-A2C6-AF87D74730E3}" type="presOf" srcId="{7C50F662-2AAD-4835-A40D-F5A54DBE7107}" destId="{11A6BB79-E7B8-4E86-AB2B-69182F694332}" srcOrd="0" destOrd="0" presId="urn:microsoft.com/office/officeart/2005/8/layout/orgChart1"/>
    <dgm:cxn modelId="{AE56D090-6743-4996-AB4B-07146E1F9934}" type="presOf" srcId="{7AA1D916-4731-44ED-BF40-13594474F490}" destId="{405D1ED9-FA7F-4D5E-B761-29603C4BBE9E}" srcOrd="1" destOrd="0" presId="urn:microsoft.com/office/officeart/2005/8/layout/orgChart1"/>
    <dgm:cxn modelId="{5378FAAA-31D8-42C4-B97A-01770BAA5E80}" srcId="{E50899D8-AB50-46A5-AC1B-6C55828D9BFB}" destId="{7C50F662-2AAD-4835-A40D-F5A54DBE7107}" srcOrd="0" destOrd="0" parTransId="{98FA1CAF-D795-48CC-A129-3C3B2538E0E3}" sibTransId="{F87FAE0F-5887-4469-B3C5-0A9CE6FEF80E}"/>
    <dgm:cxn modelId="{2BA6ABBE-CA66-4040-86C3-1C1D83B4458F}" type="presOf" srcId="{B20AE02F-1C57-4B21-8916-DBCF9AB7BD22}" destId="{A63279D7-7E86-42B6-A97F-CDE6521B88FF}" srcOrd="0" destOrd="0" presId="urn:microsoft.com/office/officeart/2005/8/layout/orgChart1"/>
    <dgm:cxn modelId="{F820C0DC-5B8C-4ED6-8C62-77CAA9E5083E}" type="presOf" srcId="{22832219-13E0-417F-A742-E470E1165CBA}" destId="{9A16B24B-3B45-4702-8EE0-F7537378FC5A}" srcOrd="0" destOrd="0" presId="urn:microsoft.com/office/officeart/2005/8/layout/orgChart1"/>
    <dgm:cxn modelId="{8D791CE0-0049-46EA-BE80-A69679A4887B}" type="presOf" srcId="{5A4BB393-18D6-4831-805C-AE8C6391D282}" destId="{7106614E-9798-4020-9E27-D143C2D8B8C7}" srcOrd="0" destOrd="0" presId="urn:microsoft.com/office/officeart/2005/8/layout/orgChart1"/>
    <dgm:cxn modelId="{27FF80E7-FFEC-4DED-B6BF-DFE0107D6B12}" type="presOf" srcId="{7C50F662-2AAD-4835-A40D-F5A54DBE7107}" destId="{6D96E61C-8ED7-483E-B22D-ED514197172D}" srcOrd="1" destOrd="0" presId="urn:microsoft.com/office/officeart/2005/8/layout/orgChart1"/>
    <dgm:cxn modelId="{72FF59F9-E277-4C2D-9774-853D42162AE6}" srcId="{7C50F662-2AAD-4835-A40D-F5A54DBE7107}" destId="{B20AE02F-1C57-4B21-8916-DBCF9AB7BD22}" srcOrd="3" destOrd="0" parTransId="{ED348DF9-8A6F-4CA4-A5FA-0BD95B6E6344}" sibTransId="{46DDEE91-EED7-47D0-AAEB-E41F772A138F}"/>
    <dgm:cxn modelId="{DE119EB1-DCC7-4BE1-855E-6756ED8B82C9}" type="presParOf" srcId="{4A83A2BF-B23E-4E86-ABC4-FA7D46D3B411}" destId="{63F0AA9B-4E1B-48B0-A089-0964A073F13F}" srcOrd="0" destOrd="0" presId="urn:microsoft.com/office/officeart/2005/8/layout/orgChart1"/>
    <dgm:cxn modelId="{1B4CF152-5F01-4B23-9918-5D9FEB72F8D3}" type="presParOf" srcId="{63F0AA9B-4E1B-48B0-A089-0964A073F13F}" destId="{C90B620B-8484-442F-A096-297CEF7AF5AF}" srcOrd="0" destOrd="0" presId="urn:microsoft.com/office/officeart/2005/8/layout/orgChart1"/>
    <dgm:cxn modelId="{AB9342E0-1B58-4505-A8ED-E227C6D73750}" type="presParOf" srcId="{C90B620B-8484-442F-A096-297CEF7AF5AF}" destId="{11A6BB79-E7B8-4E86-AB2B-69182F694332}" srcOrd="0" destOrd="0" presId="urn:microsoft.com/office/officeart/2005/8/layout/orgChart1"/>
    <dgm:cxn modelId="{0E2D2A52-8805-4523-BF0F-75D10D4590AF}" type="presParOf" srcId="{C90B620B-8484-442F-A096-297CEF7AF5AF}" destId="{6D96E61C-8ED7-483E-B22D-ED514197172D}" srcOrd="1" destOrd="0" presId="urn:microsoft.com/office/officeart/2005/8/layout/orgChart1"/>
    <dgm:cxn modelId="{D0940BA0-B722-4A9A-800C-CA39F766CFAC}" type="presParOf" srcId="{63F0AA9B-4E1B-48B0-A089-0964A073F13F}" destId="{88A4564A-40D1-4B23-B3E7-7995469C01C7}" srcOrd="1" destOrd="0" presId="urn:microsoft.com/office/officeart/2005/8/layout/orgChart1"/>
    <dgm:cxn modelId="{72A97A55-21C1-42A9-8635-4D856E1A5004}" type="presParOf" srcId="{88A4564A-40D1-4B23-B3E7-7995469C01C7}" destId="{72E32370-7BC4-4281-BA74-4A6C7834BC53}" srcOrd="0" destOrd="0" presId="urn:microsoft.com/office/officeart/2005/8/layout/orgChart1"/>
    <dgm:cxn modelId="{3659A0E6-E805-4DC3-BB4D-17096204CEC8}" type="presParOf" srcId="{88A4564A-40D1-4B23-B3E7-7995469C01C7}" destId="{E0CA1EE8-5507-414B-81FE-4F323D6BFAF1}" srcOrd="1" destOrd="0" presId="urn:microsoft.com/office/officeart/2005/8/layout/orgChart1"/>
    <dgm:cxn modelId="{55A7B49F-E15D-4F72-897E-4B294012790E}" type="presParOf" srcId="{E0CA1EE8-5507-414B-81FE-4F323D6BFAF1}" destId="{70466157-C9A8-465D-BE90-D0CF92FB409A}" srcOrd="0" destOrd="0" presId="urn:microsoft.com/office/officeart/2005/8/layout/orgChart1"/>
    <dgm:cxn modelId="{E9A88BC2-28E4-4350-836F-4D850C673A89}" type="presParOf" srcId="{70466157-C9A8-465D-BE90-D0CF92FB409A}" destId="{9A16B24B-3B45-4702-8EE0-F7537378FC5A}" srcOrd="0" destOrd="0" presId="urn:microsoft.com/office/officeart/2005/8/layout/orgChart1"/>
    <dgm:cxn modelId="{C07B49F5-CA04-4A3B-B00F-7349F17FA8E1}" type="presParOf" srcId="{70466157-C9A8-465D-BE90-D0CF92FB409A}" destId="{111FCF16-BC7E-4384-BFF9-5315350D8DB0}" srcOrd="1" destOrd="0" presId="urn:microsoft.com/office/officeart/2005/8/layout/orgChart1"/>
    <dgm:cxn modelId="{2DED47C1-A532-426A-A365-453B67B60858}" type="presParOf" srcId="{E0CA1EE8-5507-414B-81FE-4F323D6BFAF1}" destId="{05E887CD-4B33-4272-A41B-98E0E46DD2CE}" srcOrd="1" destOrd="0" presId="urn:microsoft.com/office/officeart/2005/8/layout/orgChart1"/>
    <dgm:cxn modelId="{25793889-06A2-4D8D-B37D-3497A1DD44B2}" type="presParOf" srcId="{E0CA1EE8-5507-414B-81FE-4F323D6BFAF1}" destId="{0FA7B41C-2B7C-44EC-82E2-86777E2B017A}" srcOrd="2" destOrd="0" presId="urn:microsoft.com/office/officeart/2005/8/layout/orgChart1"/>
    <dgm:cxn modelId="{E8310C72-21D5-44C0-9EC3-3E7FFA99F92C}" type="presParOf" srcId="{88A4564A-40D1-4B23-B3E7-7995469C01C7}" destId="{7106614E-9798-4020-9E27-D143C2D8B8C7}" srcOrd="2" destOrd="0" presId="urn:microsoft.com/office/officeart/2005/8/layout/orgChart1"/>
    <dgm:cxn modelId="{2A97B656-09F1-47EB-9851-9D4454C693BD}" type="presParOf" srcId="{88A4564A-40D1-4B23-B3E7-7995469C01C7}" destId="{5AB90B94-5B20-4FB8-A110-49D56DA0CCE8}" srcOrd="3" destOrd="0" presId="urn:microsoft.com/office/officeart/2005/8/layout/orgChart1"/>
    <dgm:cxn modelId="{9ACAD19E-125C-482A-9C29-0923F72ABD34}" type="presParOf" srcId="{5AB90B94-5B20-4FB8-A110-49D56DA0CCE8}" destId="{932F4A9F-A734-43BD-9CC6-A5B0EC8311C5}" srcOrd="0" destOrd="0" presId="urn:microsoft.com/office/officeart/2005/8/layout/orgChart1"/>
    <dgm:cxn modelId="{A47D8FFA-F35B-43DC-BDB9-2854FEB7446B}" type="presParOf" srcId="{932F4A9F-A734-43BD-9CC6-A5B0EC8311C5}" destId="{7C695618-5096-4BEE-B29A-D12266441D5A}" srcOrd="0" destOrd="0" presId="urn:microsoft.com/office/officeart/2005/8/layout/orgChart1"/>
    <dgm:cxn modelId="{1CBCCE98-EBB8-4DDA-845C-62E1BDECD87C}" type="presParOf" srcId="{932F4A9F-A734-43BD-9CC6-A5B0EC8311C5}" destId="{58C9D9E0-3254-4B6C-8243-3CE69F80EB5C}" srcOrd="1" destOrd="0" presId="urn:microsoft.com/office/officeart/2005/8/layout/orgChart1"/>
    <dgm:cxn modelId="{D636C853-8A6D-4654-8812-3F1FEF7F9137}" type="presParOf" srcId="{5AB90B94-5B20-4FB8-A110-49D56DA0CCE8}" destId="{83F3194F-AC19-4F71-8E12-EDC194B145CA}" srcOrd="1" destOrd="0" presId="urn:microsoft.com/office/officeart/2005/8/layout/orgChart1"/>
    <dgm:cxn modelId="{72E5153B-A7E0-4919-9F1D-66F5B5443DDC}" type="presParOf" srcId="{5AB90B94-5B20-4FB8-A110-49D56DA0CCE8}" destId="{DEF95BC7-C76D-4D80-A345-69D6E311EEB4}" srcOrd="2" destOrd="0" presId="urn:microsoft.com/office/officeart/2005/8/layout/orgChart1"/>
    <dgm:cxn modelId="{AE8CD7C5-BD35-4FB9-8C82-9DC60089EDA4}" type="presParOf" srcId="{88A4564A-40D1-4B23-B3E7-7995469C01C7}" destId="{DF65C50C-A3D9-4D02-9A70-2EC7633A62D3}" srcOrd="4" destOrd="0" presId="urn:microsoft.com/office/officeart/2005/8/layout/orgChart1"/>
    <dgm:cxn modelId="{469BB3D1-C426-4000-8EE3-142717A90D52}" type="presParOf" srcId="{88A4564A-40D1-4B23-B3E7-7995469C01C7}" destId="{BF45F15A-5EA6-44AD-A31B-BFC8E0F98FB6}" srcOrd="5" destOrd="0" presId="urn:microsoft.com/office/officeart/2005/8/layout/orgChart1"/>
    <dgm:cxn modelId="{CEFBA20B-A2B7-48CB-86F0-C87B68E73BA3}" type="presParOf" srcId="{BF45F15A-5EA6-44AD-A31B-BFC8E0F98FB6}" destId="{99F8E168-792A-41E1-88B9-395893EFBDC7}" srcOrd="0" destOrd="0" presId="urn:microsoft.com/office/officeart/2005/8/layout/orgChart1"/>
    <dgm:cxn modelId="{E55A6788-3A1C-4C65-B897-99FE9FB198B8}" type="presParOf" srcId="{99F8E168-792A-41E1-88B9-395893EFBDC7}" destId="{A63279D7-7E86-42B6-A97F-CDE6521B88FF}" srcOrd="0" destOrd="0" presId="urn:microsoft.com/office/officeart/2005/8/layout/orgChart1"/>
    <dgm:cxn modelId="{007072FC-F668-4727-9A69-0013713E2C24}" type="presParOf" srcId="{99F8E168-792A-41E1-88B9-395893EFBDC7}" destId="{3B110CA2-D271-466D-8FA5-D2666E24130A}" srcOrd="1" destOrd="0" presId="urn:microsoft.com/office/officeart/2005/8/layout/orgChart1"/>
    <dgm:cxn modelId="{973B3AD9-8AD6-430E-BE63-55F93FD39460}" type="presParOf" srcId="{BF45F15A-5EA6-44AD-A31B-BFC8E0F98FB6}" destId="{6A0059C4-46D3-4D25-B897-0C60C597AD4A}" srcOrd="1" destOrd="0" presId="urn:microsoft.com/office/officeart/2005/8/layout/orgChart1"/>
    <dgm:cxn modelId="{6FE33DDC-A70E-479D-8825-FD79C81828D4}" type="presParOf" srcId="{BF45F15A-5EA6-44AD-A31B-BFC8E0F98FB6}" destId="{DC24B518-50F9-4795-A15C-2CC2CA24E947}" srcOrd="2" destOrd="0" presId="urn:microsoft.com/office/officeart/2005/8/layout/orgChart1"/>
    <dgm:cxn modelId="{2832943D-0537-43C1-99E8-E449A5FFAD36}" type="presParOf" srcId="{63F0AA9B-4E1B-48B0-A089-0964A073F13F}" destId="{E48966EA-E46E-431B-AD99-462BC7B6DAC6}" srcOrd="2" destOrd="0" presId="urn:microsoft.com/office/officeart/2005/8/layout/orgChart1"/>
    <dgm:cxn modelId="{72267486-F55B-4E10-9336-6EE2D797CC35}" type="presParOf" srcId="{E48966EA-E46E-431B-AD99-462BC7B6DAC6}" destId="{97CB6045-C091-4ECA-8538-D1E3B52B0DCE}" srcOrd="0" destOrd="0" presId="urn:microsoft.com/office/officeart/2005/8/layout/orgChart1"/>
    <dgm:cxn modelId="{06943187-8D5C-4451-A049-42DC78FFF2D9}" type="presParOf" srcId="{E48966EA-E46E-431B-AD99-462BC7B6DAC6}" destId="{CF89BFDC-A493-4785-8D5B-45939F496CAF}" srcOrd="1" destOrd="0" presId="urn:microsoft.com/office/officeart/2005/8/layout/orgChart1"/>
    <dgm:cxn modelId="{EB09DDEE-B31C-428F-B44C-308EC9896749}" type="presParOf" srcId="{CF89BFDC-A493-4785-8D5B-45939F496CAF}" destId="{82C1D078-27B6-4B1B-82A6-50D1F1AAA6CE}" srcOrd="0" destOrd="0" presId="urn:microsoft.com/office/officeart/2005/8/layout/orgChart1"/>
    <dgm:cxn modelId="{DAEBF4EF-FD1C-41E6-B5EF-E39087B24A11}" type="presParOf" srcId="{82C1D078-27B6-4B1B-82A6-50D1F1AAA6CE}" destId="{2E316523-CD3F-477B-AFA8-7EFD5829BA1B}" srcOrd="0" destOrd="0" presId="urn:microsoft.com/office/officeart/2005/8/layout/orgChart1"/>
    <dgm:cxn modelId="{BBD4D934-D627-4D6F-80DA-45A7F1BB109A}" type="presParOf" srcId="{82C1D078-27B6-4B1B-82A6-50D1F1AAA6CE}" destId="{405D1ED9-FA7F-4D5E-B761-29603C4BBE9E}" srcOrd="1" destOrd="0" presId="urn:microsoft.com/office/officeart/2005/8/layout/orgChart1"/>
    <dgm:cxn modelId="{2B9C4025-7999-41E2-9920-F9225B6E5F45}" type="presParOf" srcId="{CF89BFDC-A493-4785-8D5B-45939F496CAF}" destId="{886909AA-22F2-487C-819D-4FA698DB7576}" srcOrd="1" destOrd="0" presId="urn:microsoft.com/office/officeart/2005/8/layout/orgChart1"/>
    <dgm:cxn modelId="{135B13D8-1800-4656-99D6-5157E972A0F7}" type="presParOf" srcId="{CF89BFDC-A493-4785-8D5B-45939F496CAF}" destId="{741693F9-BBFE-44B5-83A4-95F6EFA78DEA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7CB6045-C091-4ECA-8538-D1E3B52B0DCE}">
      <dsp:nvSpPr>
        <dsp:cNvPr id="0" name=""/>
        <dsp:cNvSpPr/>
      </dsp:nvSpPr>
      <dsp:spPr>
        <a:xfrm>
          <a:off x="4768112" y="1808633"/>
          <a:ext cx="311887" cy="1366366"/>
        </a:xfrm>
        <a:custGeom>
          <a:avLst/>
          <a:gdLst/>
          <a:ahLst/>
          <a:cxnLst/>
          <a:rect l="0" t="0" r="0" b="0"/>
          <a:pathLst>
            <a:path>
              <a:moveTo>
                <a:pt x="311887" y="0"/>
              </a:moveTo>
              <a:lnTo>
                <a:pt x="311887" y="1366366"/>
              </a:lnTo>
              <a:lnTo>
                <a:pt x="0" y="1366366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F65C50C-A3D9-4D02-9A70-2EC7633A62D3}">
      <dsp:nvSpPr>
        <dsp:cNvPr id="0" name=""/>
        <dsp:cNvSpPr/>
      </dsp:nvSpPr>
      <dsp:spPr>
        <a:xfrm>
          <a:off x="5080000" y="1808633"/>
          <a:ext cx="3594137" cy="273273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420844"/>
              </a:lnTo>
              <a:lnTo>
                <a:pt x="3594137" y="2420844"/>
              </a:lnTo>
              <a:lnTo>
                <a:pt x="3594137" y="2732732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106614E-9798-4020-9E27-D143C2D8B8C7}">
      <dsp:nvSpPr>
        <dsp:cNvPr id="0" name=""/>
        <dsp:cNvSpPr/>
      </dsp:nvSpPr>
      <dsp:spPr>
        <a:xfrm>
          <a:off x="5034280" y="1808633"/>
          <a:ext cx="91440" cy="2732732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732732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2E32370-7BC4-4281-BA74-4A6C7834BC53}">
      <dsp:nvSpPr>
        <dsp:cNvPr id="0" name=""/>
        <dsp:cNvSpPr/>
      </dsp:nvSpPr>
      <dsp:spPr>
        <a:xfrm>
          <a:off x="1485862" y="1808633"/>
          <a:ext cx="3594137" cy="2732732"/>
        </a:xfrm>
        <a:custGeom>
          <a:avLst/>
          <a:gdLst/>
          <a:ahLst/>
          <a:cxnLst/>
          <a:rect l="0" t="0" r="0" b="0"/>
          <a:pathLst>
            <a:path>
              <a:moveTo>
                <a:pt x="3594137" y="0"/>
              </a:moveTo>
              <a:lnTo>
                <a:pt x="3594137" y="2420844"/>
              </a:lnTo>
              <a:lnTo>
                <a:pt x="0" y="2420844"/>
              </a:lnTo>
              <a:lnTo>
                <a:pt x="0" y="2732732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1A6BB79-E7B8-4E86-AB2B-69182F694332}">
      <dsp:nvSpPr>
        <dsp:cNvPr id="0" name=""/>
        <dsp:cNvSpPr/>
      </dsp:nvSpPr>
      <dsp:spPr>
        <a:xfrm>
          <a:off x="3594819" y="323453"/>
          <a:ext cx="2970361" cy="148518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275" tIns="41275" rIns="41275" bIns="41275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500" kern="1200"/>
        </a:p>
      </dsp:txBody>
      <dsp:txXfrm>
        <a:off x="3594819" y="323453"/>
        <a:ext cx="2970361" cy="1485180"/>
      </dsp:txXfrm>
    </dsp:sp>
    <dsp:sp modelId="{9A16B24B-3B45-4702-8EE0-F7537378FC5A}">
      <dsp:nvSpPr>
        <dsp:cNvPr id="0" name=""/>
        <dsp:cNvSpPr/>
      </dsp:nvSpPr>
      <dsp:spPr>
        <a:xfrm>
          <a:off x="682" y="4541366"/>
          <a:ext cx="2970361" cy="148518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275" tIns="41275" rIns="41275" bIns="41275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500" kern="1200"/>
        </a:p>
      </dsp:txBody>
      <dsp:txXfrm>
        <a:off x="682" y="4541366"/>
        <a:ext cx="2970361" cy="1485180"/>
      </dsp:txXfrm>
    </dsp:sp>
    <dsp:sp modelId="{7C695618-5096-4BEE-B29A-D12266441D5A}">
      <dsp:nvSpPr>
        <dsp:cNvPr id="0" name=""/>
        <dsp:cNvSpPr/>
      </dsp:nvSpPr>
      <dsp:spPr>
        <a:xfrm>
          <a:off x="3594819" y="4541366"/>
          <a:ext cx="2970361" cy="148518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275" tIns="41275" rIns="41275" bIns="41275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500" kern="1200"/>
        </a:p>
      </dsp:txBody>
      <dsp:txXfrm>
        <a:off x="3594819" y="4541366"/>
        <a:ext cx="2970361" cy="1485180"/>
      </dsp:txXfrm>
    </dsp:sp>
    <dsp:sp modelId="{A63279D7-7E86-42B6-A97F-CDE6521B88FF}">
      <dsp:nvSpPr>
        <dsp:cNvPr id="0" name=""/>
        <dsp:cNvSpPr/>
      </dsp:nvSpPr>
      <dsp:spPr>
        <a:xfrm>
          <a:off x="7188956" y="4541366"/>
          <a:ext cx="2970361" cy="148518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275" tIns="41275" rIns="41275" bIns="41275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500" kern="1200"/>
        </a:p>
      </dsp:txBody>
      <dsp:txXfrm>
        <a:off x="7188956" y="4541366"/>
        <a:ext cx="2970361" cy="1485180"/>
      </dsp:txXfrm>
    </dsp:sp>
    <dsp:sp modelId="{2E316523-CD3F-477B-AFA8-7EFD5829BA1B}">
      <dsp:nvSpPr>
        <dsp:cNvPr id="0" name=""/>
        <dsp:cNvSpPr/>
      </dsp:nvSpPr>
      <dsp:spPr>
        <a:xfrm>
          <a:off x="1797750" y="2432409"/>
          <a:ext cx="2970361" cy="148518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275" tIns="41275" rIns="41275" bIns="41275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500" kern="1200"/>
        </a:p>
      </dsp:txBody>
      <dsp:txXfrm>
        <a:off x="1797750" y="2432409"/>
        <a:ext cx="2970361" cy="148518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4AEC38-E423-4D59-9757-66302FE7AC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763973B-DC70-49E6-88B8-CF3A87805B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92CDA1-6642-4EE8-8876-48F887F8B1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D5F5CA-501B-4640-AC39-F61ACBC2448B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6D02D9-A2CD-4041-AE25-FE0D43DA2C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3B4080-8AB4-491C-AC5D-658131056C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1AC574-1D70-433F-888B-1AE2566CEE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12792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C4B2B6-80B0-4C3E-96B1-46511A3C48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599DC2-9283-4782-8EC9-95C7DB114A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0F2801-BC09-463B-B97F-9887479049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D5F5CA-501B-4640-AC39-F61ACBC2448B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46168D-2495-4BA3-BD8E-CEB2EDFC6D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3BC51D-87D4-4503-B021-74115DE3A8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1AC574-1D70-433F-888B-1AE2566CEE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38107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C41A36-5A6C-4F46-AED0-5D952DA62E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16E5CF-2A5E-4395-A744-BB545C9FAC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3D75D8-F776-4713-A5DF-DDF9B2C5E9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D5F5CA-501B-4640-AC39-F61ACBC2448B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F944A9-FFC0-42A5-9359-2C7250A26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926751-122B-472F-9AE3-851C257E9A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1AC574-1D70-433F-888B-1AE2566CEE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67279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244FB5-F2D2-4687-9965-9DC509F95B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688EA1-E9F7-46EB-A9DA-FBDD972F83A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28A33AE-6C72-4FCA-B25B-6F7475259F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BF301A-7364-4E70-A0B3-D170E95169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D5F5CA-501B-4640-AC39-F61ACBC2448B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B15773-C08A-416A-A49D-95C374631C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F3C808-D980-4EE8-A3D9-D03259DA2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1AC574-1D70-433F-888B-1AE2566CEE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25052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B6BEFD-3121-451D-9C9C-EFE7CD9CBC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09C54E-B86F-45B3-AC8E-9875CFED3D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B0D35A-16BD-49C3-95CC-24F872CEE2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FAE6735-20E7-4533-B979-083D1EC6A6B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A5726DE-91BE-486D-977C-3962FD49E9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4D26A76-405C-4F05-9111-9B218B60BE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D5F5CA-501B-4640-AC39-F61ACBC2448B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3F8CCCF-0E82-496C-8CFC-5C5A071E17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AD6DA9D-F47D-492C-9730-2898C26AB7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1AC574-1D70-433F-888B-1AE2566CEE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81762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4F6AA9-AA0F-4BDA-9CC9-A5F83B0DEF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377FA56-849D-4236-B20E-13E132FA3C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D5F5CA-501B-4640-AC39-F61ACBC2448B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2405D1C-90E7-4B84-9D8D-831F7248B8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8B323B-FA2E-4B4D-9605-858BC46A59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1AC574-1D70-433F-888B-1AE2566CEE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29654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C8BAC6D-25F6-4C00-AF90-017EBDE767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D5F5CA-501B-4640-AC39-F61ACBC2448B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1D8DAE1-DB64-4CA7-BA62-94298FAE7A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C2B770-1F68-497B-9011-DB7B9357C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1AC574-1D70-433F-888B-1AE2566CEE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43367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F83F6E-A902-4369-AB4D-CE1F9D7525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953146-3B7C-4D9A-9125-752D3B7088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E5FABC-2980-485A-8CE2-5F6BD6D833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052A5F-2ACB-4CE8-A12D-5FD39D8ED2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D5F5CA-501B-4640-AC39-F61ACBC2448B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E3094E-3235-4F94-BBFC-B8B9EE46D8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DB59EE-39CD-49B6-926F-3E6AE8F2C8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1AC574-1D70-433F-888B-1AE2566CEE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28874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8C6A54-11D0-4EAB-960D-E52C99A4CB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E479E0F-4CB5-47B4-88B8-F97B8B95614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EC791D8-D56E-4DE4-8D11-C068D9F064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FD7CAF-A63D-4324-8B1E-75EA915FE8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D5F5CA-501B-4640-AC39-F61ACBC2448B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EA853E-575E-45DC-B74D-7FE382F865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1E5F11-8079-4BCF-BF2E-B704EDC8C5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1AC574-1D70-433F-888B-1AE2566CEE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98701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6FA66B-478F-4C64-A893-E64715DC8D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8F12CA-2F41-4899-956B-4444C96278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EB2B43-848B-4418-9122-5359D9B53C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D5F5CA-501B-4640-AC39-F61ACBC2448B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79F737-FBA0-47A5-A064-524BA8576A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762360-23D0-4A2A-8EB6-77606C6800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1AC574-1D70-433F-888B-1AE2566CEE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78693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581E3EB-2231-4DC4-81AD-8C13A8DFEEA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08AE550-415E-4EA2-8156-E9EF0C9395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2583F0-AE2C-430F-8B43-4D86724249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D5F5CA-501B-4640-AC39-F61ACBC2448B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EE5E94-611F-4301-AEC3-B6675C978C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94BEB7-CB1B-4444-BCC0-9E0FC201A9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1AC574-1D70-433F-888B-1AE2566CEE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16401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8C03137-4DBE-48EE-B11D-970FB4B535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65A794-5B87-4D9B-94CE-60D1D3F0D9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D1C94C-87E6-4A92-A2ED-2225350381D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D5F5CA-501B-4640-AC39-F61ACBC2448B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B81D6D-C373-4F52-9AFA-963A0B71640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6AD4C5-511B-4042-BD3B-6FCA80EAAC8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1AC574-1D70-433F-888B-1AE2566CEE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73839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CC730B1B-998F-4651-BE91-149C2F80711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54353380"/>
              </p:ext>
            </p:extLst>
          </p:nvPr>
        </p:nvGraphicFramePr>
        <p:xfrm>
          <a:off x="1270000" y="1270000"/>
          <a:ext cx="10160000" cy="6350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185208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Aditya Agrawal</dc:creator>
  <cp:lastModifiedBy>Aditya Agrawal</cp:lastModifiedBy>
  <cp:revision>1</cp:revision>
  <dcterms:created xsi:type="dcterms:W3CDTF">2026-08-19T05:58:23Z</dcterms:created>
  <dcterms:modified xsi:type="dcterms:W3CDTF">2026-08-19T05:58:23Z</dcterms:modified>
</cp:coreProperties>
</file>