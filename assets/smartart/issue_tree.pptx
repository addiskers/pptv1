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" d="100"/>
          <a:sy n="10" d="100"/>
        </p:scale>
        <p:origin x="720" y="-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41FAA9-91EC-4E3A-AC89-82ECC5B34A60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US"/>
        </a:p>
      </dgm:t>
    </dgm:pt>
    <dgm:pt modelId="{E2866AF9-B541-4FF9-8177-EC39A235C20F}">
      <dgm:prSet phldrT="[Text]" phldr="1"/>
      <dgm:spPr/>
      <dgm:t>
        <a:bodyPr/>
        <a:lstStyle/>
        <a:p>
          <a:endParaRPr lang="en-US"/>
        </a:p>
      </dgm:t>
    </dgm:pt>
    <dgm:pt modelId="{3A9A646F-AF97-49A2-AB54-68CC1CC38D72}" type="parTrans" cxnId="{D1D3E39F-C1AE-4452-BC2D-95D73F51FCBA}">
      <dgm:prSet/>
      <dgm:spPr/>
      <dgm:t>
        <a:bodyPr/>
        <a:lstStyle/>
        <a:p>
          <a:endParaRPr lang="en-US"/>
        </a:p>
      </dgm:t>
    </dgm:pt>
    <dgm:pt modelId="{D47F1755-58B6-4B5E-878E-6F1FCD6F7BCC}" type="sibTrans" cxnId="{D1D3E39F-C1AE-4452-BC2D-95D73F51FCBA}">
      <dgm:prSet/>
      <dgm:spPr/>
      <dgm:t>
        <a:bodyPr/>
        <a:lstStyle/>
        <a:p>
          <a:endParaRPr lang="en-US"/>
        </a:p>
      </dgm:t>
    </dgm:pt>
    <dgm:pt modelId="{EC76FDED-A731-499F-AD93-D318F7628052}">
      <dgm:prSet phldrT="[Text]" phldr="1"/>
      <dgm:spPr/>
      <dgm:t>
        <a:bodyPr/>
        <a:lstStyle/>
        <a:p>
          <a:endParaRPr lang="en-US"/>
        </a:p>
      </dgm:t>
    </dgm:pt>
    <dgm:pt modelId="{A1F9AE55-4CBF-49E6-A3B5-6EAE18C6E3E1}" type="parTrans" cxnId="{EFEA65F3-857A-4633-8B71-D64235795227}">
      <dgm:prSet/>
      <dgm:spPr/>
      <dgm:t>
        <a:bodyPr/>
        <a:lstStyle/>
        <a:p>
          <a:endParaRPr lang="en-US"/>
        </a:p>
      </dgm:t>
    </dgm:pt>
    <dgm:pt modelId="{EE72C076-47A0-43D0-926F-65631870EF30}" type="sibTrans" cxnId="{EFEA65F3-857A-4633-8B71-D64235795227}">
      <dgm:prSet/>
      <dgm:spPr/>
      <dgm:t>
        <a:bodyPr/>
        <a:lstStyle/>
        <a:p>
          <a:endParaRPr lang="en-US"/>
        </a:p>
      </dgm:t>
    </dgm:pt>
    <dgm:pt modelId="{6E987EE9-E3DE-40DB-9813-E7605C13CBD6}">
      <dgm:prSet phldrT="[Text]" phldr="1"/>
      <dgm:spPr/>
      <dgm:t>
        <a:bodyPr/>
        <a:lstStyle/>
        <a:p>
          <a:endParaRPr lang="en-US"/>
        </a:p>
      </dgm:t>
    </dgm:pt>
    <dgm:pt modelId="{E2C5371A-04C6-4661-810A-25033A2AF8EF}" type="parTrans" cxnId="{4053FA62-E6B0-479B-93B3-9A0226C9073F}">
      <dgm:prSet/>
      <dgm:spPr/>
      <dgm:t>
        <a:bodyPr/>
        <a:lstStyle/>
        <a:p>
          <a:endParaRPr lang="en-US"/>
        </a:p>
      </dgm:t>
    </dgm:pt>
    <dgm:pt modelId="{AA8115DA-8C44-4B1D-9E1C-FEF332D2DF74}" type="sibTrans" cxnId="{4053FA62-E6B0-479B-93B3-9A0226C9073F}">
      <dgm:prSet/>
      <dgm:spPr/>
      <dgm:t>
        <a:bodyPr/>
        <a:lstStyle/>
        <a:p>
          <a:endParaRPr lang="en-US"/>
        </a:p>
      </dgm:t>
    </dgm:pt>
    <dgm:pt modelId="{374B1C38-D0A8-45F0-AC15-268B7D7E1C3E}">
      <dgm:prSet phldrT="[Text]" phldr="1"/>
      <dgm:spPr/>
      <dgm:t>
        <a:bodyPr/>
        <a:lstStyle/>
        <a:p>
          <a:endParaRPr lang="en-US"/>
        </a:p>
      </dgm:t>
    </dgm:pt>
    <dgm:pt modelId="{D951F1B8-5AB1-4A7D-BBD1-6945FF2D694C}" type="parTrans" cxnId="{BB65AF45-0A96-439E-A88A-4BAD6D85B70F}">
      <dgm:prSet/>
      <dgm:spPr/>
      <dgm:t>
        <a:bodyPr/>
        <a:lstStyle/>
        <a:p>
          <a:endParaRPr lang="en-US"/>
        </a:p>
      </dgm:t>
    </dgm:pt>
    <dgm:pt modelId="{F93A0E6E-A1F1-48E2-AF50-CA6D464BE419}" type="sibTrans" cxnId="{BB65AF45-0A96-439E-A88A-4BAD6D85B70F}">
      <dgm:prSet/>
      <dgm:spPr/>
      <dgm:t>
        <a:bodyPr/>
        <a:lstStyle/>
        <a:p>
          <a:endParaRPr lang="en-US"/>
        </a:p>
      </dgm:t>
    </dgm:pt>
    <dgm:pt modelId="{3B3FAFBA-B884-47E2-A5DA-D44AA197C762}">
      <dgm:prSet phldrT="[Text]" phldr="1"/>
      <dgm:spPr/>
      <dgm:t>
        <a:bodyPr/>
        <a:lstStyle/>
        <a:p>
          <a:endParaRPr lang="en-US"/>
        </a:p>
      </dgm:t>
    </dgm:pt>
    <dgm:pt modelId="{65A3A950-B8CA-425D-992C-B876C5844D5A}" type="parTrans" cxnId="{D4DC7ECC-3CEF-450A-94B2-A73A1BC01097}">
      <dgm:prSet/>
      <dgm:spPr/>
      <dgm:t>
        <a:bodyPr/>
        <a:lstStyle/>
        <a:p>
          <a:endParaRPr lang="en-US"/>
        </a:p>
      </dgm:t>
    </dgm:pt>
    <dgm:pt modelId="{1B936289-697D-4C19-ADCB-E198BB47F605}" type="sibTrans" cxnId="{D4DC7ECC-3CEF-450A-94B2-A73A1BC01097}">
      <dgm:prSet/>
      <dgm:spPr/>
      <dgm:t>
        <a:bodyPr/>
        <a:lstStyle/>
        <a:p>
          <a:endParaRPr lang="en-US"/>
        </a:p>
      </dgm:t>
    </dgm:pt>
    <dgm:pt modelId="{464A58A0-452B-4F7D-BB4D-DB214E36EC8C}">
      <dgm:prSet phldrT="[Text]" phldr="1"/>
      <dgm:spPr/>
      <dgm:t>
        <a:bodyPr/>
        <a:lstStyle/>
        <a:p>
          <a:endParaRPr lang="en-US"/>
        </a:p>
      </dgm:t>
    </dgm:pt>
    <dgm:pt modelId="{66629D26-7F85-4288-B5A2-4F3A0B70B755}" type="parTrans" cxnId="{AE69696F-0617-48E9-BFFD-99E278CA4E6B}">
      <dgm:prSet/>
      <dgm:spPr/>
      <dgm:t>
        <a:bodyPr/>
        <a:lstStyle/>
        <a:p>
          <a:endParaRPr lang="en-US"/>
        </a:p>
      </dgm:t>
    </dgm:pt>
    <dgm:pt modelId="{1BCC6417-B51D-44DC-B1AF-D49932FFAFB6}" type="sibTrans" cxnId="{AE69696F-0617-48E9-BFFD-99E278CA4E6B}">
      <dgm:prSet/>
      <dgm:spPr/>
      <dgm:t>
        <a:bodyPr/>
        <a:lstStyle/>
        <a:p>
          <a:endParaRPr lang="en-US"/>
        </a:p>
      </dgm:t>
    </dgm:pt>
    <dgm:pt modelId="{7663FAC0-964C-4C2C-B2E7-C36EC9538991}" type="pres">
      <dgm:prSet presAssocID="{6141FAA9-91EC-4E3A-AC89-82ECC5B34A6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FA71073-AF3A-46E9-BBCB-FFED5475D224}" type="pres">
      <dgm:prSet presAssocID="{E2866AF9-B541-4FF9-8177-EC39A235C20F}" presName="root1" presStyleCnt="0"/>
      <dgm:spPr/>
    </dgm:pt>
    <dgm:pt modelId="{03A251F2-8F7D-4FCD-B911-2593FA5B178E}" type="pres">
      <dgm:prSet presAssocID="{E2866AF9-B541-4FF9-8177-EC39A235C20F}" presName="LevelOneTextNode" presStyleLbl="node0" presStyleIdx="0" presStyleCnt="1">
        <dgm:presLayoutVars>
          <dgm:chPref val="3"/>
        </dgm:presLayoutVars>
      </dgm:prSet>
      <dgm:spPr/>
    </dgm:pt>
    <dgm:pt modelId="{DD9C0A5D-A540-46F5-8964-056810A7F358}" type="pres">
      <dgm:prSet presAssocID="{E2866AF9-B541-4FF9-8177-EC39A235C20F}" presName="level2hierChild" presStyleCnt="0"/>
      <dgm:spPr/>
    </dgm:pt>
    <dgm:pt modelId="{7536130A-90D4-45BF-8537-064BB3FA60AD}" type="pres">
      <dgm:prSet presAssocID="{A1F9AE55-4CBF-49E6-A3B5-6EAE18C6E3E1}" presName="conn2-1" presStyleLbl="parChTrans1D2" presStyleIdx="0" presStyleCnt="2"/>
      <dgm:spPr/>
    </dgm:pt>
    <dgm:pt modelId="{7E3CE422-6CC3-4060-A008-CE3DE8BDF198}" type="pres">
      <dgm:prSet presAssocID="{A1F9AE55-4CBF-49E6-A3B5-6EAE18C6E3E1}" presName="connTx" presStyleLbl="parChTrans1D2" presStyleIdx="0" presStyleCnt="2"/>
      <dgm:spPr/>
    </dgm:pt>
    <dgm:pt modelId="{A3AA334F-0DFB-4436-ABDD-AF386EB6EF65}" type="pres">
      <dgm:prSet presAssocID="{EC76FDED-A731-499F-AD93-D318F7628052}" presName="root2" presStyleCnt="0"/>
      <dgm:spPr/>
    </dgm:pt>
    <dgm:pt modelId="{0697B712-3FC5-4C68-AD54-1C142479403D}" type="pres">
      <dgm:prSet presAssocID="{EC76FDED-A731-499F-AD93-D318F7628052}" presName="LevelTwoTextNode" presStyleLbl="node2" presStyleIdx="0" presStyleCnt="2">
        <dgm:presLayoutVars>
          <dgm:chPref val="3"/>
        </dgm:presLayoutVars>
      </dgm:prSet>
      <dgm:spPr/>
    </dgm:pt>
    <dgm:pt modelId="{684B3FE7-1C69-4D8F-9763-6C821BD4149B}" type="pres">
      <dgm:prSet presAssocID="{EC76FDED-A731-499F-AD93-D318F7628052}" presName="level3hierChild" presStyleCnt="0"/>
      <dgm:spPr/>
    </dgm:pt>
    <dgm:pt modelId="{FEBFEEAA-BC4D-44B7-AD47-6DCC13003DC1}" type="pres">
      <dgm:prSet presAssocID="{E2C5371A-04C6-4661-810A-25033A2AF8EF}" presName="conn2-1" presStyleLbl="parChTrans1D3" presStyleIdx="0" presStyleCnt="3"/>
      <dgm:spPr/>
    </dgm:pt>
    <dgm:pt modelId="{8B715FE3-B843-4CBF-9A0D-B124A7555D5E}" type="pres">
      <dgm:prSet presAssocID="{E2C5371A-04C6-4661-810A-25033A2AF8EF}" presName="connTx" presStyleLbl="parChTrans1D3" presStyleIdx="0" presStyleCnt="3"/>
      <dgm:spPr/>
    </dgm:pt>
    <dgm:pt modelId="{02BEB6FB-8486-4A7E-94C8-DC944B6AEDDC}" type="pres">
      <dgm:prSet presAssocID="{6E987EE9-E3DE-40DB-9813-E7605C13CBD6}" presName="root2" presStyleCnt="0"/>
      <dgm:spPr/>
    </dgm:pt>
    <dgm:pt modelId="{A3F7868C-11C5-40D9-B2A4-BB3DBCB481E0}" type="pres">
      <dgm:prSet presAssocID="{6E987EE9-E3DE-40DB-9813-E7605C13CBD6}" presName="LevelTwoTextNode" presStyleLbl="node3" presStyleIdx="0" presStyleCnt="3">
        <dgm:presLayoutVars>
          <dgm:chPref val="3"/>
        </dgm:presLayoutVars>
      </dgm:prSet>
      <dgm:spPr/>
    </dgm:pt>
    <dgm:pt modelId="{AC8ED0FC-B335-4BBE-8754-D66F0E74A40D}" type="pres">
      <dgm:prSet presAssocID="{6E987EE9-E3DE-40DB-9813-E7605C13CBD6}" presName="level3hierChild" presStyleCnt="0"/>
      <dgm:spPr/>
    </dgm:pt>
    <dgm:pt modelId="{DC96C81C-AC3D-4F96-AFD5-DA92362FAA83}" type="pres">
      <dgm:prSet presAssocID="{D951F1B8-5AB1-4A7D-BBD1-6945FF2D694C}" presName="conn2-1" presStyleLbl="parChTrans1D3" presStyleIdx="1" presStyleCnt="3"/>
      <dgm:spPr/>
    </dgm:pt>
    <dgm:pt modelId="{AB69E7C1-B09E-4DBB-925B-D888148CD201}" type="pres">
      <dgm:prSet presAssocID="{D951F1B8-5AB1-4A7D-BBD1-6945FF2D694C}" presName="connTx" presStyleLbl="parChTrans1D3" presStyleIdx="1" presStyleCnt="3"/>
      <dgm:spPr/>
    </dgm:pt>
    <dgm:pt modelId="{9E86FD88-8677-4792-93D3-7573D6312723}" type="pres">
      <dgm:prSet presAssocID="{374B1C38-D0A8-45F0-AC15-268B7D7E1C3E}" presName="root2" presStyleCnt="0"/>
      <dgm:spPr/>
    </dgm:pt>
    <dgm:pt modelId="{7440CCB2-735A-4FE6-A494-15F45DCFBAB4}" type="pres">
      <dgm:prSet presAssocID="{374B1C38-D0A8-45F0-AC15-268B7D7E1C3E}" presName="LevelTwoTextNode" presStyleLbl="node3" presStyleIdx="1" presStyleCnt="3">
        <dgm:presLayoutVars>
          <dgm:chPref val="3"/>
        </dgm:presLayoutVars>
      </dgm:prSet>
      <dgm:spPr/>
    </dgm:pt>
    <dgm:pt modelId="{B3F94EBC-5DD8-4334-B4E7-9BF35C122E76}" type="pres">
      <dgm:prSet presAssocID="{374B1C38-D0A8-45F0-AC15-268B7D7E1C3E}" presName="level3hierChild" presStyleCnt="0"/>
      <dgm:spPr/>
    </dgm:pt>
    <dgm:pt modelId="{480EF877-72A2-4269-BB69-61F18A47443D}" type="pres">
      <dgm:prSet presAssocID="{65A3A950-B8CA-425D-992C-B876C5844D5A}" presName="conn2-1" presStyleLbl="parChTrans1D2" presStyleIdx="1" presStyleCnt="2"/>
      <dgm:spPr/>
    </dgm:pt>
    <dgm:pt modelId="{1CDB3E45-EE9A-4808-87F7-C0C6D08D28E8}" type="pres">
      <dgm:prSet presAssocID="{65A3A950-B8CA-425D-992C-B876C5844D5A}" presName="connTx" presStyleLbl="parChTrans1D2" presStyleIdx="1" presStyleCnt="2"/>
      <dgm:spPr/>
    </dgm:pt>
    <dgm:pt modelId="{AF5AD652-3BBD-4188-B863-E2CEE9C297BF}" type="pres">
      <dgm:prSet presAssocID="{3B3FAFBA-B884-47E2-A5DA-D44AA197C762}" presName="root2" presStyleCnt="0"/>
      <dgm:spPr/>
    </dgm:pt>
    <dgm:pt modelId="{FE7F6897-025C-4BAC-83B6-F2DB0C456AD3}" type="pres">
      <dgm:prSet presAssocID="{3B3FAFBA-B884-47E2-A5DA-D44AA197C762}" presName="LevelTwoTextNode" presStyleLbl="node2" presStyleIdx="1" presStyleCnt="2">
        <dgm:presLayoutVars>
          <dgm:chPref val="3"/>
        </dgm:presLayoutVars>
      </dgm:prSet>
      <dgm:spPr/>
    </dgm:pt>
    <dgm:pt modelId="{24C461FE-D24B-4A45-A746-878604519E31}" type="pres">
      <dgm:prSet presAssocID="{3B3FAFBA-B884-47E2-A5DA-D44AA197C762}" presName="level3hierChild" presStyleCnt="0"/>
      <dgm:spPr/>
    </dgm:pt>
    <dgm:pt modelId="{C6109EB3-EB4D-4B60-B779-00B081E0772D}" type="pres">
      <dgm:prSet presAssocID="{66629D26-7F85-4288-B5A2-4F3A0B70B755}" presName="conn2-1" presStyleLbl="parChTrans1D3" presStyleIdx="2" presStyleCnt="3"/>
      <dgm:spPr/>
    </dgm:pt>
    <dgm:pt modelId="{E16F85FC-2F60-4793-A889-B86A7C0810EF}" type="pres">
      <dgm:prSet presAssocID="{66629D26-7F85-4288-B5A2-4F3A0B70B755}" presName="connTx" presStyleLbl="parChTrans1D3" presStyleIdx="2" presStyleCnt="3"/>
      <dgm:spPr/>
    </dgm:pt>
    <dgm:pt modelId="{D51F6580-4765-4E0B-91AF-D9A904FD69EA}" type="pres">
      <dgm:prSet presAssocID="{464A58A0-452B-4F7D-BB4D-DB214E36EC8C}" presName="root2" presStyleCnt="0"/>
      <dgm:spPr/>
    </dgm:pt>
    <dgm:pt modelId="{334F4A26-4E02-4FD7-B33D-CD54205B1D30}" type="pres">
      <dgm:prSet presAssocID="{464A58A0-452B-4F7D-BB4D-DB214E36EC8C}" presName="LevelTwoTextNode" presStyleLbl="node3" presStyleIdx="2" presStyleCnt="3">
        <dgm:presLayoutVars>
          <dgm:chPref val="3"/>
        </dgm:presLayoutVars>
      </dgm:prSet>
      <dgm:spPr/>
    </dgm:pt>
    <dgm:pt modelId="{2ECA4121-4DD7-4BB3-94FA-E4DDCB346D63}" type="pres">
      <dgm:prSet presAssocID="{464A58A0-452B-4F7D-BB4D-DB214E36EC8C}" presName="level3hierChild" presStyleCnt="0"/>
      <dgm:spPr/>
    </dgm:pt>
  </dgm:ptLst>
  <dgm:cxnLst>
    <dgm:cxn modelId="{833DB102-CF63-45BB-8B19-102E859F0208}" type="presOf" srcId="{D951F1B8-5AB1-4A7D-BBD1-6945FF2D694C}" destId="{AB69E7C1-B09E-4DBB-925B-D888148CD201}" srcOrd="1" destOrd="0" presId="urn:microsoft.com/office/officeart/2005/8/layout/hierarchy2"/>
    <dgm:cxn modelId="{24882705-35DC-4824-BFA0-90FD2865DB41}" type="presOf" srcId="{D951F1B8-5AB1-4A7D-BBD1-6945FF2D694C}" destId="{DC96C81C-AC3D-4F96-AFD5-DA92362FAA83}" srcOrd="0" destOrd="0" presId="urn:microsoft.com/office/officeart/2005/8/layout/hierarchy2"/>
    <dgm:cxn modelId="{672D831E-871C-4DAD-94BA-F8DDE17CFFEF}" type="presOf" srcId="{66629D26-7F85-4288-B5A2-4F3A0B70B755}" destId="{C6109EB3-EB4D-4B60-B779-00B081E0772D}" srcOrd="0" destOrd="0" presId="urn:microsoft.com/office/officeart/2005/8/layout/hierarchy2"/>
    <dgm:cxn modelId="{6867F326-D1B1-4643-B2E6-3E9D4E29C3F5}" type="presOf" srcId="{E2C5371A-04C6-4661-810A-25033A2AF8EF}" destId="{FEBFEEAA-BC4D-44B7-AD47-6DCC13003DC1}" srcOrd="0" destOrd="0" presId="urn:microsoft.com/office/officeart/2005/8/layout/hierarchy2"/>
    <dgm:cxn modelId="{AD86FC2C-DAF5-4D72-92A4-3687D8FA4732}" type="presOf" srcId="{A1F9AE55-4CBF-49E6-A3B5-6EAE18C6E3E1}" destId="{7536130A-90D4-45BF-8537-064BB3FA60AD}" srcOrd="0" destOrd="0" presId="urn:microsoft.com/office/officeart/2005/8/layout/hierarchy2"/>
    <dgm:cxn modelId="{4053FA62-E6B0-479B-93B3-9A0226C9073F}" srcId="{EC76FDED-A731-499F-AD93-D318F7628052}" destId="{6E987EE9-E3DE-40DB-9813-E7605C13CBD6}" srcOrd="0" destOrd="0" parTransId="{E2C5371A-04C6-4661-810A-25033A2AF8EF}" sibTransId="{AA8115DA-8C44-4B1D-9E1C-FEF332D2DF74}"/>
    <dgm:cxn modelId="{BB65AF45-0A96-439E-A88A-4BAD6D85B70F}" srcId="{EC76FDED-A731-499F-AD93-D318F7628052}" destId="{374B1C38-D0A8-45F0-AC15-268B7D7E1C3E}" srcOrd="1" destOrd="0" parTransId="{D951F1B8-5AB1-4A7D-BBD1-6945FF2D694C}" sibTransId="{F93A0E6E-A1F1-48E2-AF50-CA6D464BE419}"/>
    <dgm:cxn modelId="{0A7D1D4F-8FB0-45F8-9712-E50E85FA3579}" type="presOf" srcId="{E2866AF9-B541-4FF9-8177-EC39A235C20F}" destId="{03A251F2-8F7D-4FCD-B911-2593FA5B178E}" srcOrd="0" destOrd="0" presId="urn:microsoft.com/office/officeart/2005/8/layout/hierarchy2"/>
    <dgm:cxn modelId="{AE69696F-0617-48E9-BFFD-99E278CA4E6B}" srcId="{3B3FAFBA-B884-47E2-A5DA-D44AA197C762}" destId="{464A58A0-452B-4F7D-BB4D-DB214E36EC8C}" srcOrd="0" destOrd="0" parTransId="{66629D26-7F85-4288-B5A2-4F3A0B70B755}" sibTransId="{1BCC6417-B51D-44DC-B1AF-D49932FFAFB6}"/>
    <dgm:cxn modelId="{73C4B980-1D8F-4164-B8EB-17089AAA21C0}" type="presOf" srcId="{EC76FDED-A731-499F-AD93-D318F7628052}" destId="{0697B712-3FC5-4C68-AD54-1C142479403D}" srcOrd="0" destOrd="0" presId="urn:microsoft.com/office/officeart/2005/8/layout/hierarchy2"/>
    <dgm:cxn modelId="{31F22A96-D8BB-4B2F-AF8D-46748C242978}" type="presOf" srcId="{3B3FAFBA-B884-47E2-A5DA-D44AA197C762}" destId="{FE7F6897-025C-4BAC-83B6-F2DB0C456AD3}" srcOrd="0" destOrd="0" presId="urn:microsoft.com/office/officeart/2005/8/layout/hierarchy2"/>
    <dgm:cxn modelId="{7573BF99-0807-4CC8-8451-A6BEF49D3730}" type="presOf" srcId="{6141FAA9-91EC-4E3A-AC89-82ECC5B34A60}" destId="{7663FAC0-964C-4C2C-B2E7-C36EC9538991}" srcOrd="0" destOrd="0" presId="urn:microsoft.com/office/officeart/2005/8/layout/hierarchy2"/>
    <dgm:cxn modelId="{D1D3E39F-C1AE-4452-BC2D-95D73F51FCBA}" srcId="{6141FAA9-91EC-4E3A-AC89-82ECC5B34A60}" destId="{E2866AF9-B541-4FF9-8177-EC39A235C20F}" srcOrd="0" destOrd="0" parTransId="{3A9A646F-AF97-49A2-AB54-68CC1CC38D72}" sibTransId="{D47F1755-58B6-4B5E-878E-6F1FCD6F7BCC}"/>
    <dgm:cxn modelId="{112E10A6-DB88-4797-840A-38ADA479FB2B}" type="presOf" srcId="{65A3A950-B8CA-425D-992C-B876C5844D5A}" destId="{1CDB3E45-EE9A-4808-87F7-C0C6D08D28E8}" srcOrd="1" destOrd="0" presId="urn:microsoft.com/office/officeart/2005/8/layout/hierarchy2"/>
    <dgm:cxn modelId="{96889FC1-1BCF-4CCB-8A55-7C06136BB3CD}" type="presOf" srcId="{374B1C38-D0A8-45F0-AC15-268B7D7E1C3E}" destId="{7440CCB2-735A-4FE6-A494-15F45DCFBAB4}" srcOrd="0" destOrd="0" presId="urn:microsoft.com/office/officeart/2005/8/layout/hierarchy2"/>
    <dgm:cxn modelId="{D77499C4-6A93-46DC-82BA-F0FE7AD4F907}" type="presOf" srcId="{6E987EE9-E3DE-40DB-9813-E7605C13CBD6}" destId="{A3F7868C-11C5-40D9-B2A4-BB3DBCB481E0}" srcOrd="0" destOrd="0" presId="urn:microsoft.com/office/officeart/2005/8/layout/hierarchy2"/>
    <dgm:cxn modelId="{BA8D18CA-39D2-4B00-8C89-B8E1493F8637}" type="presOf" srcId="{66629D26-7F85-4288-B5A2-4F3A0B70B755}" destId="{E16F85FC-2F60-4793-A889-B86A7C0810EF}" srcOrd="1" destOrd="0" presId="urn:microsoft.com/office/officeart/2005/8/layout/hierarchy2"/>
    <dgm:cxn modelId="{D4DC7ECC-3CEF-450A-94B2-A73A1BC01097}" srcId="{E2866AF9-B541-4FF9-8177-EC39A235C20F}" destId="{3B3FAFBA-B884-47E2-A5DA-D44AA197C762}" srcOrd="1" destOrd="0" parTransId="{65A3A950-B8CA-425D-992C-B876C5844D5A}" sibTransId="{1B936289-697D-4C19-ADCB-E198BB47F605}"/>
    <dgm:cxn modelId="{5EB831D8-D56B-4EF0-A96E-529D456FE871}" type="presOf" srcId="{65A3A950-B8CA-425D-992C-B876C5844D5A}" destId="{480EF877-72A2-4269-BB69-61F18A47443D}" srcOrd="0" destOrd="0" presId="urn:microsoft.com/office/officeart/2005/8/layout/hierarchy2"/>
    <dgm:cxn modelId="{277777E3-C331-45C5-A44C-17DA5A3DDB65}" type="presOf" srcId="{E2C5371A-04C6-4661-810A-25033A2AF8EF}" destId="{8B715FE3-B843-4CBF-9A0D-B124A7555D5E}" srcOrd="1" destOrd="0" presId="urn:microsoft.com/office/officeart/2005/8/layout/hierarchy2"/>
    <dgm:cxn modelId="{C72939F0-9146-40B7-A534-CE9DA44BBEEB}" type="presOf" srcId="{464A58A0-452B-4F7D-BB4D-DB214E36EC8C}" destId="{334F4A26-4E02-4FD7-B33D-CD54205B1D30}" srcOrd="0" destOrd="0" presId="urn:microsoft.com/office/officeart/2005/8/layout/hierarchy2"/>
    <dgm:cxn modelId="{EFEA65F3-857A-4633-8B71-D64235795227}" srcId="{E2866AF9-B541-4FF9-8177-EC39A235C20F}" destId="{EC76FDED-A731-499F-AD93-D318F7628052}" srcOrd="0" destOrd="0" parTransId="{A1F9AE55-4CBF-49E6-A3B5-6EAE18C6E3E1}" sibTransId="{EE72C076-47A0-43D0-926F-65631870EF30}"/>
    <dgm:cxn modelId="{0985A3F9-7784-4D4B-A31D-18B21E1D41F6}" type="presOf" srcId="{A1F9AE55-4CBF-49E6-A3B5-6EAE18C6E3E1}" destId="{7E3CE422-6CC3-4060-A008-CE3DE8BDF198}" srcOrd="1" destOrd="0" presId="urn:microsoft.com/office/officeart/2005/8/layout/hierarchy2"/>
    <dgm:cxn modelId="{B8FB7FAB-02D3-41F3-A9A6-04A0914A95CF}" type="presParOf" srcId="{7663FAC0-964C-4C2C-B2E7-C36EC9538991}" destId="{6FA71073-AF3A-46E9-BBCB-FFED5475D224}" srcOrd="0" destOrd="0" presId="urn:microsoft.com/office/officeart/2005/8/layout/hierarchy2"/>
    <dgm:cxn modelId="{1725D082-329F-4CEA-A968-389C68E35170}" type="presParOf" srcId="{6FA71073-AF3A-46E9-BBCB-FFED5475D224}" destId="{03A251F2-8F7D-4FCD-B911-2593FA5B178E}" srcOrd="0" destOrd="0" presId="urn:microsoft.com/office/officeart/2005/8/layout/hierarchy2"/>
    <dgm:cxn modelId="{30315BDB-3F64-43A4-9D95-26870E2AEED8}" type="presParOf" srcId="{6FA71073-AF3A-46E9-BBCB-FFED5475D224}" destId="{DD9C0A5D-A540-46F5-8964-056810A7F358}" srcOrd="1" destOrd="0" presId="urn:microsoft.com/office/officeart/2005/8/layout/hierarchy2"/>
    <dgm:cxn modelId="{6BA46DAB-AAF8-4169-986C-470D72FB1B07}" type="presParOf" srcId="{DD9C0A5D-A540-46F5-8964-056810A7F358}" destId="{7536130A-90D4-45BF-8537-064BB3FA60AD}" srcOrd="0" destOrd="0" presId="urn:microsoft.com/office/officeart/2005/8/layout/hierarchy2"/>
    <dgm:cxn modelId="{EAE52FDC-B6A0-4896-BF61-B70D8A076422}" type="presParOf" srcId="{7536130A-90D4-45BF-8537-064BB3FA60AD}" destId="{7E3CE422-6CC3-4060-A008-CE3DE8BDF198}" srcOrd="0" destOrd="0" presId="urn:microsoft.com/office/officeart/2005/8/layout/hierarchy2"/>
    <dgm:cxn modelId="{59E39DB9-65FA-44FD-94B1-59C850FAE35E}" type="presParOf" srcId="{DD9C0A5D-A540-46F5-8964-056810A7F358}" destId="{A3AA334F-0DFB-4436-ABDD-AF386EB6EF65}" srcOrd="1" destOrd="0" presId="urn:microsoft.com/office/officeart/2005/8/layout/hierarchy2"/>
    <dgm:cxn modelId="{025CE75E-02A2-42F3-82BF-DBB08E7AF4C4}" type="presParOf" srcId="{A3AA334F-0DFB-4436-ABDD-AF386EB6EF65}" destId="{0697B712-3FC5-4C68-AD54-1C142479403D}" srcOrd="0" destOrd="0" presId="urn:microsoft.com/office/officeart/2005/8/layout/hierarchy2"/>
    <dgm:cxn modelId="{92255F2D-2CDF-4909-81F4-8E05A59413DB}" type="presParOf" srcId="{A3AA334F-0DFB-4436-ABDD-AF386EB6EF65}" destId="{684B3FE7-1C69-4D8F-9763-6C821BD4149B}" srcOrd="1" destOrd="0" presId="urn:microsoft.com/office/officeart/2005/8/layout/hierarchy2"/>
    <dgm:cxn modelId="{695B8C9F-E043-4198-BDCB-545CFE628B23}" type="presParOf" srcId="{684B3FE7-1C69-4D8F-9763-6C821BD4149B}" destId="{FEBFEEAA-BC4D-44B7-AD47-6DCC13003DC1}" srcOrd="0" destOrd="0" presId="urn:microsoft.com/office/officeart/2005/8/layout/hierarchy2"/>
    <dgm:cxn modelId="{22F70518-68E0-4F06-9684-98825E01FBFD}" type="presParOf" srcId="{FEBFEEAA-BC4D-44B7-AD47-6DCC13003DC1}" destId="{8B715FE3-B843-4CBF-9A0D-B124A7555D5E}" srcOrd="0" destOrd="0" presId="urn:microsoft.com/office/officeart/2005/8/layout/hierarchy2"/>
    <dgm:cxn modelId="{31539860-A2B4-4B5F-A35B-9C112C94DFC3}" type="presParOf" srcId="{684B3FE7-1C69-4D8F-9763-6C821BD4149B}" destId="{02BEB6FB-8486-4A7E-94C8-DC944B6AEDDC}" srcOrd="1" destOrd="0" presId="urn:microsoft.com/office/officeart/2005/8/layout/hierarchy2"/>
    <dgm:cxn modelId="{FC9D0ECB-4FBA-412C-9A68-C9D3477E9087}" type="presParOf" srcId="{02BEB6FB-8486-4A7E-94C8-DC944B6AEDDC}" destId="{A3F7868C-11C5-40D9-B2A4-BB3DBCB481E0}" srcOrd="0" destOrd="0" presId="urn:microsoft.com/office/officeart/2005/8/layout/hierarchy2"/>
    <dgm:cxn modelId="{576BE39B-CC0C-4EA0-B69E-843CC1AE7C78}" type="presParOf" srcId="{02BEB6FB-8486-4A7E-94C8-DC944B6AEDDC}" destId="{AC8ED0FC-B335-4BBE-8754-D66F0E74A40D}" srcOrd="1" destOrd="0" presId="urn:microsoft.com/office/officeart/2005/8/layout/hierarchy2"/>
    <dgm:cxn modelId="{2D8C1E69-F9B3-4FB6-8481-46B4F4ADB61C}" type="presParOf" srcId="{684B3FE7-1C69-4D8F-9763-6C821BD4149B}" destId="{DC96C81C-AC3D-4F96-AFD5-DA92362FAA83}" srcOrd="2" destOrd="0" presId="urn:microsoft.com/office/officeart/2005/8/layout/hierarchy2"/>
    <dgm:cxn modelId="{C6AC6FDF-6547-41D9-A27C-7D713E0DCF5C}" type="presParOf" srcId="{DC96C81C-AC3D-4F96-AFD5-DA92362FAA83}" destId="{AB69E7C1-B09E-4DBB-925B-D888148CD201}" srcOrd="0" destOrd="0" presId="urn:microsoft.com/office/officeart/2005/8/layout/hierarchy2"/>
    <dgm:cxn modelId="{EA43F9FB-3F33-423F-A6AA-AB12BCAA95A7}" type="presParOf" srcId="{684B3FE7-1C69-4D8F-9763-6C821BD4149B}" destId="{9E86FD88-8677-4792-93D3-7573D6312723}" srcOrd="3" destOrd="0" presId="urn:microsoft.com/office/officeart/2005/8/layout/hierarchy2"/>
    <dgm:cxn modelId="{27668C5A-1778-498A-B0FB-5C7CAB4BA9EF}" type="presParOf" srcId="{9E86FD88-8677-4792-93D3-7573D6312723}" destId="{7440CCB2-735A-4FE6-A494-15F45DCFBAB4}" srcOrd="0" destOrd="0" presId="urn:microsoft.com/office/officeart/2005/8/layout/hierarchy2"/>
    <dgm:cxn modelId="{1C328B49-DFD1-4D42-B52D-695C93C4AAAA}" type="presParOf" srcId="{9E86FD88-8677-4792-93D3-7573D6312723}" destId="{B3F94EBC-5DD8-4334-B4E7-9BF35C122E76}" srcOrd="1" destOrd="0" presId="urn:microsoft.com/office/officeart/2005/8/layout/hierarchy2"/>
    <dgm:cxn modelId="{595E7DC7-16C3-4F7B-B08F-6364C7662933}" type="presParOf" srcId="{DD9C0A5D-A540-46F5-8964-056810A7F358}" destId="{480EF877-72A2-4269-BB69-61F18A47443D}" srcOrd="2" destOrd="0" presId="urn:microsoft.com/office/officeart/2005/8/layout/hierarchy2"/>
    <dgm:cxn modelId="{FB312A1F-9707-422E-948F-760FAC657A40}" type="presParOf" srcId="{480EF877-72A2-4269-BB69-61F18A47443D}" destId="{1CDB3E45-EE9A-4808-87F7-C0C6D08D28E8}" srcOrd="0" destOrd="0" presId="urn:microsoft.com/office/officeart/2005/8/layout/hierarchy2"/>
    <dgm:cxn modelId="{77778AE4-C8AE-4BCB-8903-90AF89DE60F5}" type="presParOf" srcId="{DD9C0A5D-A540-46F5-8964-056810A7F358}" destId="{AF5AD652-3BBD-4188-B863-E2CEE9C297BF}" srcOrd="3" destOrd="0" presId="urn:microsoft.com/office/officeart/2005/8/layout/hierarchy2"/>
    <dgm:cxn modelId="{7784C935-E189-4ED1-A131-4164B472B6E1}" type="presParOf" srcId="{AF5AD652-3BBD-4188-B863-E2CEE9C297BF}" destId="{FE7F6897-025C-4BAC-83B6-F2DB0C456AD3}" srcOrd="0" destOrd="0" presId="urn:microsoft.com/office/officeart/2005/8/layout/hierarchy2"/>
    <dgm:cxn modelId="{4D0908F5-709E-4540-AC9A-1B4452DF3E82}" type="presParOf" srcId="{AF5AD652-3BBD-4188-B863-E2CEE9C297BF}" destId="{24C461FE-D24B-4A45-A746-878604519E31}" srcOrd="1" destOrd="0" presId="urn:microsoft.com/office/officeart/2005/8/layout/hierarchy2"/>
    <dgm:cxn modelId="{D1754C6E-8729-48C7-A25C-705DF132606D}" type="presParOf" srcId="{24C461FE-D24B-4A45-A746-878604519E31}" destId="{C6109EB3-EB4D-4B60-B779-00B081E0772D}" srcOrd="0" destOrd="0" presId="urn:microsoft.com/office/officeart/2005/8/layout/hierarchy2"/>
    <dgm:cxn modelId="{DAD47F96-18BC-47C1-BF4A-45C2430C148A}" type="presParOf" srcId="{C6109EB3-EB4D-4B60-B779-00B081E0772D}" destId="{E16F85FC-2F60-4793-A889-B86A7C0810EF}" srcOrd="0" destOrd="0" presId="urn:microsoft.com/office/officeart/2005/8/layout/hierarchy2"/>
    <dgm:cxn modelId="{CAD4EDC2-B5F6-49F6-996D-1DFAF02A18E1}" type="presParOf" srcId="{24C461FE-D24B-4A45-A746-878604519E31}" destId="{D51F6580-4765-4E0B-91AF-D9A904FD69EA}" srcOrd="1" destOrd="0" presId="urn:microsoft.com/office/officeart/2005/8/layout/hierarchy2"/>
    <dgm:cxn modelId="{4BA1EC04-52B7-4051-BE88-AD963B242356}" type="presParOf" srcId="{D51F6580-4765-4E0B-91AF-D9A904FD69EA}" destId="{334F4A26-4E02-4FD7-B33D-CD54205B1D30}" srcOrd="0" destOrd="0" presId="urn:microsoft.com/office/officeart/2005/8/layout/hierarchy2"/>
    <dgm:cxn modelId="{3D09A55E-1D1A-4E9E-ACEA-94777B53168F}" type="presParOf" srcId="{D51F6580-4765-4E0B-91AF-D9A904FD69EA}" destId="{2ECA4121-4DD7-4BB3-94FA-E4DDCB346D63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A251F2-8F7D-4FCD-B911-2593FA5B178E}">
      <dsp:nvSpPr>
        <dsp:cNvPr id="0" name=""/>
        <dsp:cNvSpPr/>
      </dsp:nvSpPr>
      <dsp:spPr>
        <a:xfrm>
          <a:off x="1860" y="2891025"/>
          <a:ext cx="2672705" cy="1336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41000" y="2930165"/>
        <a:ext cx="2594425" cy="1258072"/>
      </dsp:txXfrm>
    </dsp:sp>
    <dsp:sp modelId="{7536130A-90D4-45BF-8537-064BB3FA60AD}">
      <dsp:nvSpPr>
        <dsp:cNvPr id="0" name=""/>
        <dsp:cNvSpPr/>
      </dsp:nvSpPr>
      <dsp:spPr>
        <a:xfrm rot="18770822">
          <a:off x="2423066" y="2963958"/>
          <a:ext cx="1572079" cy="37880"/>
        </a:xfrm>
        <a:custGeom>
          <a:avLst/>
          <a:gdLst/>
          <a:ahLst/>
          <a:cxnLst/>
          <a:rect l="0" t="0" r="0" b="0"/>
          <a:pathLst>
            <a:path>
              <a:moveTo>
                <a:pt x="0" y="18940"/>
              </a:moveTo>
              <a:lnTo>
                <a:pt x="1572079" y="1894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69804" y="2943597"/>
        <a:ext cx="78603" cy="78603"/>
      </dsp:txXfrm>
    </dsp:sp>
    <dsp:sp modelId="{0697B712-3FC5-4C68-AD54-1C142479403D}">
      <dsp:nvSpPr>
        <dsp:cNvPr id="0" name=""/>
        <dsp:cNvSpPr/>
      </dsp:nvSpPr>
      <dsp:spPr>
        <a:xfrm>
          <a:off x="3743647" y="1738421"/>
          <a:ext cx="2672705" cy="1336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3782787" y="1777561"/>
        <a:ext cx="2594425" cy="1258072"/>
      </dsp:txXfrm>
    </dsp:sp>
    <dsp:sp modelId="{FEBFEEAA-BC4D-44B7-AD47-6DCC13003DC1}">
      <dsp:nvSpPr>
        <dsp:cNvPr id="0" name=""/>
        <dsp:cNvSpPr/>
      </dsp:nvSpPr>
      <dsp:spPr>
        <a:xfrm rot="19457599">
          <a:off x="6292604" y="2003455"/>
          <a:ext cx="1316578" cy="37880"/>
        </a:xfrm>
        <a:custGeom>
          <a:avLst/>
          <a:gdLst/>
          <a:ahLst/>
          <a:cxnLst/>
          <a:rect l="0" t="0" r="0" b="0"/>
          <a:pathLst>
            <a:path>
              <a:moveTo>
                <a:pt x="0" y="18940"/>
              </a:moveTo>
              <a:lnTo>
                <a:pt x="1316578" y="189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7979" y="1989481"/>
        <a:ext cx="65828" cy="65828"/>
      </dsp:txXfrm>
    </dsp:sp>
    <dsp:sp modelId="{A3F7868C-11C5-40D9-B2A4-BB3DBCB481E0}">
      <dsp:nvSpPr>
        <dsp:cNvPr id="0" name=""/>
        <dsp:cNvSpPr/>
      </dsp:nvSpPr>
      <dsp:spPr>
        <a:xfrm>
          <a:off x="7485434" y="970018"/>
          <a:ext cx="2672705" cy="1336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7524574" y="1009158"/>
        <a:ext cx="2594425" cy="1258072"/>
      </dsp:txXfrm>
    </dsp:sp>
    <dsp:sp modelId="{DC96C81C-AC3D-4F96-AFD5-DA92362FAA83}">
      <dsp:nvSpPr>
        <dsp:cNvPr id="0" name=""/>
        <dsp:cNvSpPr/>
      </dsp:nvSpPr>
      <dsp:spPr>
        <a:xfrm rot="2142401">
          <a:off x="6292604" y="2771858"/>
          <a:ext cx="1316578" cy="37880"/>
        </a:xfrm>
        <a:custGeom>
          <a:avLst/>
          <a:gdLst/>
          <a:ahLst/>
          <a:cxnLst/>
          <a:rect l="0" t="0" r="0" b="0"/>
          <a:pathLst>
            <a:path>
              <a:moveTo>
                <a:pt x="0" y="18940"/>
              </a:moveTo>
              <a:lnTo>
                <a:pt x="1316578" y="189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7979" y="2757884"/>
        <a:ext cx="65828" cy="65828"/>
      </dsp:txXfrm>
    </dsp:sp>
    <dsp:sp modelId="{7440CCB2-735A-4FE6-A494-15F45DCFBAB4}">
      <dsp:nvSpPr>
        <dsp:cNvPr id="0" name=""/>
        <dsp:cNvSpPr/>
      </dsp:nvSpPr>
      <dsp:spPr>
        <a:xfrm>
          <a:off x="7485434" y="2506823"/>
          <a:ext cx="2672705" cy="1336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7524574" y="2545963"/>
        <a:ext cx="2594425" cy="1258072"/>
      </dsp:txXfrm>
    </dsp:sp>
    <dsp:sp modelId="{480EF877-72A2-4269-BB69-61F18A47443D}">
      <dsp:nvSpPr>
        <dsp:cNvPr id="0" name=""/>
        <dsp:cNvSpPr/>
      </dsp:nvSpPr>
      <dsp:spPr>
        <a:xfrm rot="2829178">
          <a:off x="2423066" y="4116562"/>
          <a:ext cx="1572079" cy="37880"/>
        </a:xfrm>
        <a:custGeom>
          <a:avLst/>
          <a:gdLst/>
          <a:ahLst/>
          <a:cxnLst/>
          <a:rect l="0" t="0" r="0" b="0"/>
          <a:pathLst>
            <a:path>
              <a:moveTo>
                <a:pt x="0" y="18940"/>
              </a:moveTo>
              <a:lnTo>
                <a:pt x="1572079" y="1894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69804" y="4096201"/>
        <a:ext cx="78603" cy="78603"/>
      </dsp:txXfrm>
    </dsp:sp>
    <dsp:sp modelId="{FE7F6897-025C-4BAC-83B6-F2DB0C456AD3}">
      <dsp:nvSpPr>
        <dsp:cNvPr id="0" name=""/>
        <dsp:cNvSpPr/>
      </dsp:nvSpPr>
      <dsp:spPr>
        <a:xfrm>
          <a:off x="3743647" y="4043629"/>
          <a:ext cx="2672705" cy="1336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3782787" y="4082769"/>
        <a:ext cx="2594425" cy="1258072"/>
      </dsp:txXfrm>
    </dsp:sp>
    <dsp:sp modelId="{C6109EB3-EB4D-4B60-B779-00B081E0772D}">
      <dsp:nvSpPr>
        <dsp:cNvPr id="0" name=""/>
        <dsp:cNvSpPr/>
      </dsp:nvSpPr>
      <dsp:spPr>
        <a:xfrm>
          <a:off x="6416352" y="4692864"/>
          <a:ext cx="1069082" cy="37880"/>
        </a:xfrm>
        <a:custGeom>
          <a:avLst/>
          <a:gdLst/>
          <a:ahLst/>
          <a:cxnLst/>
          <a:rect l="0" t="0" r="0" b="0"/>
          <a:pathLst>
            <a:path>
              <a:moveTo>
                <a:pt x="0" y="18940"/>
              </a:moveTo>
              <a:lnTo>
                <a:pt x="1069082" y="189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24166" y="4685078"/>
        <a:ext cx="53454" cy="53454"/>
      </dsp:txXfrm>
    </dsp:sp>
    <dsp:sp modelId="{334F4A26-4E02-4FD7-B33D-CD54205B1D30}">
      <dsp:nvSpPr>
        <dsp:cNvPr id="0" name=""/>
        <dsp:cNvSpPr/>
      </dsp:nvSpPr>
      <dsp:spPr>
        <a:xfrm>
          <a:off x="7485434" y="4043629"/>
          <a:ext cx="2672705" cy="1336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7524574" y="4082769"/>
        <a:ext cx="2594425" cy="12580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888F3-82F7-4AE5-87C2-E63731E26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6D5A3D-2304-4466-99D7-93B0D355E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A5FB9-5D44-48B6-A77B-DBF24FA37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ADE0-F827-4C9E-8863-A043ED7810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DF50B-35FA-4519-A7A5-D5573FC0D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00ADD-82E4-4A4B-8CF7-DF2A6ADE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0E05E-5D73-4281-882F-C7D9FDBDF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55DBE-2BB8-4944-B0DB-6DB84BECF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D8A01-C201-4461-9FDC-238DDA783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690D4-EEB3-4E24-8C5D-F66DD373F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ADE0-F827-4C9E-8863-A043ED7810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A13C8-16CF-49ED-8764-4BE5F9944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65B04-C2CA-41C6-B4B2-A74DEB243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0E05E-5D73-4281-882F-C7D9FDBDF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719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6C146-FCCE-4F58-89E7-B0F19AEC0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F0387-79D6-4CC1-9463-0603BDBBF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0ED0B-7714-4F87-A7A5-D581E730F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ADE0-F827-4C9E-8863-A043ED7810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0470A-7A24-4EC5-9042-061AB99A8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07EA2-07AE-479F-A0E0-865893DA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0E05E-5D73-4281-882F-C7D9FDBDF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170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F5CE6-36CD-4C25-9C09-B063392B3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4D8B5-9909-4FA2-84F7-E7FC8BE65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8E9248-7CA8-4A71-A6E8-30291CE2E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CC2DC-0EF7-4208-85F5-1BCFB4DBE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ADE0-F827-4C9E-8863-A043ED7810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4340F-4901-4408-B8BF-58A48B914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70F57-F216-4A64-B80F-1657BE9D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0E05E-5D73-4281-882F-C7D9FDBDF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81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3CEE9-4A01-41F6-8DFC-D2854D48B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8BDD5-78BF-4DF0-8C6B-E3DDD0379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E801D-938D-426E-A751-CF26F29B9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C1740C-29EB-4E60-AC7E-8E8D50FEFA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108D9C-2EEF-474E-AD01-990C77D0A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CEFE83-49C3-4767-BE14-2AF79F5A0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ADE0-F827-4C9E-8863-A043ED7810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931E0B-014B-416A-A8EE-9D9573750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4D2667-DD41-4DD3-9B6C-501717C4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0E05E-5D73-4281-882F-C7D9FDBDF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76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1688-C2F3-44A4-A455-057D6518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EFE16-18E2-46E9-AD71-3790624AF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ADE0-F827-4C9E-8863-A043ED7810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4523C5-0144-42E9-9F0F-24FC8B8B8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F83A55-855C-49B8-B701-305310F5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0E05E-5D73-4281-882F-C7D9FDBDF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3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32465-F140-4EA8-9E38-09E1672B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ADE0-F827-4C9E-8863-A043ED7810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2F242D-0E99-4B81-9ADA-FCF89655F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DBC0E-D823-4993-9A5F-8DAADF7F3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0E05E-5D73-4281-882F-C7D9FDBDF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75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C71B-E537-443D-A653-A6F34EBA0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6FADF-B383-4ABB-8057-ADAE6A6DB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F3AE4-3684-4A20-AB3D-3A45A8394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F0176-8D04-4ADF-ABA0-AA017B2B6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ADE0-F827-4C9E-8863-A043ED7810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F2224-B66B-4E0B-A05D-733776C00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4E44E-96CB-424F-B6E2-7756F056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0E05E-5D73-4281-882F-C7D9FDBDF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317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E9FEA-8B0D-4D58-AB15-8999EE8DA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972ACE-D924-45EC-BB0B-596D6724C0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9509A5-5609-4263-AC90-F95C8025D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F39D7-06A3-46DC-8829-0D7CFE057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ADE0-F827-4C9E-8863-A043ED7810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4BA86-BDD3-4899-AB2F-2C39EE615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B159B-7148-4795-894D-A700D6FAE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0E05E-5D73-4281-882F-C7D9FDBDF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75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D16BC-F300-49DA-A081-E8475F8F7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991678-CBC6-4045-9601-572044C98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80E79-B929-4D2F-AF8B-92F1443B2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ADE0-F827-4C9E-8863-A043ED7810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CACAD-A772-4844-9A8B-1A69E58F2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7D76A-1FD3-48C7-99F6-6399C6698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0E05E-5D73-4281-882F-C7D9FDBDF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53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C4C4C8-038F-4858-85E8-DC1DDE383E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D17DF-8C05-4BA5-B83C-ECE4C55CF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26A01-9334-4F2B-A6EC-437F9C69A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ADE0-F827-4C9E-8863-A043ED7810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7BA5F-DE72-4D8C-A72E-F9505C996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35C86-5EB9-489C-8357-609C58BB5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0E05E-5D73-4281-882F-C7D9FDBDF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937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AC224B-231E-41A0-B0E7-603113D3A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97124-890D-4D32-8150-9F1019C40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649A7-3947-441C-8B46-4E9B186F94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FADE0-F827-4C9E-8863-A043ED78109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6BC52-181C-4264-9284-3645DE068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5EB2D-2E00-442C-B637-832BCB26E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0E05E-5D73-4281-882F-C7D9FDBDF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243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085519F-0196-4A2E-BED8-236D5B21D0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3463425"/>
              </p:ext>
            </p:extLst>
          </p:nvPr>
        </p:nvGraphicFramePr>
        <p:xfrm>
          <a:off x="1270000" y="1270000"/>
          <a:ext cx="10160000" cy="635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2619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Aditya Agrawal</dc:creator>
  <cp:lastModifiedBy>Aditya Agrawal</cp:lastModifiedBy>
  <cp:revision>1</cp:revision>
  <dcterms:created xsi:type="dcterms:W3CDTF">2026-08-19T05:58:24Z</dcterms:created>
  <dcterms:modified xsi:type="dcterms:W3CDTF">2026-08-19T05:58:24Z</dcterms:modified>
</cp:coreProperties>
</file>