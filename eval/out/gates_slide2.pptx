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8"/>
      <p:bold r:id="rId9"/>
      <p:italic r:id="rId10"/>
      <p:boldItalic r:id="rId11"/>
    </p:embeddedFont>
    <p:embeddedFont>
      <p:font typeface="Calibri"/>
      <p:regular r:id="rId12"/>
      <p:bold r:id="rId13"/>
      <p:italic r:id="rId14"/>
      <p:boldItalic r:id="rId15"/>
    </p:embeddedFont>
    <p:embeddedFont>
      <p:font typeface="Georgia"/>
      <p:regular r:id="rId16"/>
      <p:bold r:id="rId17"/>
      <p:italic r:id="rId18"/>
      <p:boldItalic r:id="rId19"/>
    </p:embeddedFont>
    <p:embeddedFont>
      <p:font typeface="Segoe UI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font" Target="fonts/font13.fntdata"/><Relationship Id="rId21" Type="http://schemas.openxmlformats.org/officeDocument/2006/relationships/font" Target="fonts/font14.fntdata"/><Relationship Id="rId22" Type="http://schemas.openxmlformats.org/officeDocument/2006/relationships/font" Target="fonts/font15.fntdata"/><Relationship Id="rId23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30046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38939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8423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11037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3975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de:tab"/>
          <p:cNvSpPr/>
          <p:nvPr/>
        </p:nvSpPr>
        <p:spPr>
          <a:xfrm>
            <a:off x="5603656" y="5283391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