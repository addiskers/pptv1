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2024-25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resulted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following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farm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farmer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07816"/>
            <a:ext cx="3277616" cy="19240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07816"/>
            <a:ext cx="3277616" cy="19240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07816"/>
            <a:ext cx="3277616" cy="19240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30046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FARMERS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36797"/>
            <a:ext cx="109253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15486"/>
            <a:ext cx="1092538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36797"/>
            <a:ext cx="109253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15486"/>
            <a:ext cx="1092538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36797"/>
            <a:ext cx="1092539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15486"/>
            <a:ext cx="1092539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36797"/>
            <a:ext cx="109253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15486"/>
            <a:ext cx="1092538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69295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38939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INCOME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31371"/>
            <a:ext cx="3277616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$1,216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2.7%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31371"/>
            <a:ext cx="3277616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$1,453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5%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31371"/>
            <a:ext cx="3277616" cy="467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$1,209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4.8%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84238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CLIMATE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4584"/>
            <a:ext cx="3277616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8%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22%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14%)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4584"/>
            <a:ext cx="3277616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2%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19%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17%)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4584"/>
            <a:ext cx="3277616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3%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18%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15%)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10371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COST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OF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21968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079257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36546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393835"/>
            <a:ext cx="819404" cy="157289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407816"/>
            <a:ext cx="0" cy="3457886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407816"/>
            <a:ext cx="0" cy="3457886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8255"/>
            <a:ext cx="1136904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8255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FARMERS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3M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Diffusion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3M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Digital*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8255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30%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(both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diffusion)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8255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New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funds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leveraged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govt/private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sector: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$1,426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8255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programmatic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83975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83975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83975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83975"/>
            <a:ext cx="731520" cy="731520"/>
          </a:xfrm>
          <a:prstGeom prst="ellipse">
            <a:avLst/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de:tab"/>
          <p:cNvSpPr/>
          <p:nvPr/>
        </p:nvSpPr>
        <p:spPr>
          <a:xfrm>
            <a:off x="5603656" y="5283391"/>
            <a:ext cx="984688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*Includes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digital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work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including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AI,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DPI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non-AI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related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Golden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