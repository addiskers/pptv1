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454205"/>
            <a:ext cx="11369040" cy="3030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6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B2B2B"/>
                </a:solidFill>
                <a:latin typeface="Georgia"/>
              </a:rPr>
              <a:t>R&amp;D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and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Delivery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accounts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for </a:t>
            </a:r>
            <a:r>
              <a:rPr sz="2100" b="1" i="0">
                <a:solidFill>
                  <a:srgbClr val="2B2B2B"/>
                </a:solidFill>
                <a:highlight>
                  <a:srgbClr val="E9C61F"/>
                </a:highlight>
                <a:latin typeface="Georgia"/>
              </a:rPr>
              <a:t>~66%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of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the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2026-29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budget</a:t>
            </a:r>
            <a:r>
              <a:rPr sz="1365" b="0" i="0" baseline="30000">
                <a:solidFill>
                  <a:srgbClr val="2B2B2B"/>
                </a:solidFill>
                <a:latin typeface="Georgia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84670"/>
            <a:ext cx="11369040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05621"/>
                </a:solidFill>
                <a:latin typeface="Segoe UI"/>
              </a:rPr>
              <a:t>Highlight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pills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superscripts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in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action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999310"/>
            <a:ext cx="11369040" cy="0"/>
          </a:xfrm>
          <a:prstGeom prst="line">
            <a:avLst/>
          </a:prstGeom>
          <a:ln w="9525">
            <a:solidFill>
              <a:srgbClr val="C3B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11480" y="1691640"/>
            <a:ext cx="109728" cy="1858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1626F"/>
                </a:solidFill>
                <a:latin typeface="Segoe UI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" y="1691640"/>
            <a:ext cx="11259312" cy="1858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Segoe UI"/>
              </a:rPr>
              <a:t>Big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Bets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take </a:t>
            </a:r>
            <a:r>
              <a:rPr sz="1100" b="1" i="0">
                <a:solidFill>
                  <a:srgbClr val="2B2B2B"/>
                </a:solidFill>
                <a:highlight>
                  <a:srgbClr val="E9C61F"/>
                </a:highlight>
                <a:latin typeface="Segoe UI"/>
              </a:rPr>
              <a:t>44%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of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budget,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concentrated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in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Seeds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and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Animal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Breeds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95889"/>
            <a:ext cx="109728" cy="1858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1626F"/>
                </a:solidFill>
                <a:latin typeface="Segoe UI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2095889"/>
            <a:ext cx="11259312" cy="1858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Segoe UI"/>
              </a:rPr>
              <a:t>Delivery-stage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assets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cluster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in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AI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Advisory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and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TELA</a:t>
            </a:r>
            <a:r>
              <a:rPr sz="715" b="0" i="0" baseline="30000">
                <a:solidFill>
                  <a:srgbClr val="2B2B2B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500138"/>
            <a:ext cx="109728" cy="1858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1626F"/>
                </a:solidFill>
                <a:latin typeface="Segoe U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2500138"/>
            <a:ext cx="11259312" cy="1858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Segoe UI"/>
              </a:rPr>
              <a:t>Offtake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and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Value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Addition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is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deliberate </a:t>
            </a:r>
            <a:r>
              <a:rPr sz="1100" b="1" i="0">
                <a:solidFill>
                  <a:srgbClr val="2B2B2B"/>
                </a:solidFill>
                <a:highlight>
                  <a:srgbClr val="E9C61F"/>
                </a:highlight>
                <a:latin typeface="Segoe UI"/>
              </a:rPr>
              <a:t>~14%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wedge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3B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20 July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DeckEngine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