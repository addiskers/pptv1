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463040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463040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463040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956816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568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9568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50592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4505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517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886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55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90288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663440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4936504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250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