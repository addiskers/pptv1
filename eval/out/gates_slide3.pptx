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8638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Between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2019-2025,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benefitted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10.6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SSPs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directly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37.7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digitally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99333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22193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4984" y="1099333"/>
            <a:ext cx="391634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6618" y="1297639"/>
            <a:ext cx="10328182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75405"/>
            <a:ext cx="11369040" cy="548640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98265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1675405"/>
            <a:ext cx="440189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$550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55173" y="1873711"/>
            <a:ext cx="10279627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SSP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(2020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2024)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251477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274337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251477"/>
            <a:ext cx="756802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15-100%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786" y="2449783"/>
            <a:ext cx="9963014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productivity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high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crops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602174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$2.2B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leveraged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from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sector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IFIs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(2025)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65170" y="3602174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60+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frugal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agri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innovations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SSPs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supported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8860" y="3602174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150+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companies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engaged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across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value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chain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72550" y="3602174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90%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reduction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program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costs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138366"/>
            <a:ext cx="11369040" cy="857094"/>
          </a:xfrm>
          <a:prstGeom prst="rect">
            <a:avLst/>
          </a:prstGeom>
          <a:solidFill>
            <a:srgbClr val="E8EBEF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5138366"/>
            <a:ext cx="32004" cy="85709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5211518"/>
            <a:ext cx="11222736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F3F"/>
                </a:solidFill>
                <a:latin typeface="Segoe UI"/>
              </a:rPr>
              <a:t>AgDev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has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deployed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$336M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India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" y="5484582"/>
            <a:ext cx="11222736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'Paid'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'unpaid'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investments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marked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2015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current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—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185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funded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investments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123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managed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Seattle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62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162328"/>
            <a:ext cx="11369040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Demo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replicating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reference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layout.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Golden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