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93495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16355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93495"/>
            <a:ext cx="39163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6618" y="1289900"/>
            <a:ext cx="10328182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69567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2427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69567"/>
            <a:ext cx="44018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5173" y="1865972"/>
            <a:ext cx="10279627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5639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68499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45639"/>
            <a:ext cx="75680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786" y="2442044"/>
            <a:ext cx="9963014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517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86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255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127574"/>
            <a:ext cx="11369040" cy="871664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127574"/>
            <a:ext cx="32004" cy="8716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5200726"/>
            <a:ext cx="11222736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5479702"/>
            <a:ext cx="11222736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164999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