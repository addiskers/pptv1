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</p:sldIdLst>
  <p:sldSz cx="12192000" cy="6858000" type="screen4x3"/>
  <p:notesSz cx="6858000" cy="9144000"/>
  <p:embeddedFontLst>
    <p:embeddedFont>
      <p:font typeface="Arial"/>
      <p:regular r:id="rId8"/>
      <p:bold r:id="rId9"/>
      <p:italic r:id="rId10"/>
      <p:boldItalic r:id="rId11"/>
    </p:embeddedFont>
    <p:embeddedFont>
      <p:font typeface="Calibri"/>
      <p:regular r:id="rId12"/>
      <p:bold r:id="rId13"/>
      <p:italic r:id="rId14"/>
      <p:boldItalic r:id="rId15"/>
    </p:embeddedFont>
    <p:embeddedFont>
      <p:font typeface="Georgia"/>
      <p:regular r:id="rId16"/>
      <p:bold r:id="rId17"/>
      <p:italic r:id="rId18"/>
      <p:boldItalic r:id="rId19"/>
    </p:embeddedFont>
    <p:embeddedFont>
      <p:font typeface="Segoe UI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font" Target="fonts/font13.fntdata"/><Relationship Id="rId21" Type="http://schemas.openxmlformats.org/officeDocument/2006/relationships/font" Target="fonts/font14.fntdata"/><Relationship Id="rId22" Type="http://schemas.openxmlformats.org/officeDocument/2006/relationships/font" Target="fonts/font15.fntdata"/><Relationship Id="rId23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93495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16355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93495"/>
            <a:ext cx="39163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618" y="1289900"/>
            <a:ext cx="10328182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9567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2427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69567"/>
            <a:ext cx="44018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5173" y="1865972"/>
            <a:ext cx="10279627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5639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68499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45639"/>
            <a:ext cx="7568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786" y="2442044"/>
            <a:ext cx="9963014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27574"/>
            <a:ext cx="11369040" cy="871664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27574"/>
            <a:ext cx="32004" cy="8716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5200726"/>
            <a:ext cx="11222736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479702"/>
            <a:ext cx="11222736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64999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