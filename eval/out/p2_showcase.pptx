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9577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P2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component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showcase: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every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new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visual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element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417320"/>
            <a:ext cx="3183331" cy="1977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OUR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594811" y="1417320"/>
            <a:ext cx="8185709" cy="197748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40531" y="1417320"/>
            <a:ext cx="8139989" cy="1977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Innovation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impact,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phased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over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18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months</a:t>
            </a:r>
          </a:p>
        </p:txBody>
      </p:sp>
      <p:sp>
        <p:nvSpPr>
          <p:cNvPr id="6" name="Chevron 5"/>
          <p:cNvSpPr/>
          <p:nvPr/>
        </p:nvSpPr>
        <p:spPr>
          <a:xfrm>
            <a:off x="411480" y="1797948"/>
            <a:ext cx="2262835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Discover</a:t>
            </a:r>
          </a:p>
        </p:txBody>
      </p:sp>
      <p:sp>
        <p:nvSpPr>
          <p:cNvPr id="7" name="Chevron 6"/>
          <p:cNvSpPr/>
          <p:nvPr/>
        </p:nvSpPr>
        <p:spPr>
          <a:xfrm>
            <a:off x="2688031" y="1797948"/>
            <a:ext cx="2262835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8" name="Chevron 7"/>
          <p:cNvSpPr/>
          <p:nvPr/>
        </p:nvSpPr>
        <p:spPr>
          <a:xfrm>
            <a:off x="4964582" y="1797948"/>
            <a:ext cx="2262835" cy="3589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Pilot</a:t>
            </a:r>
          </a:p>
        </p:txBody>
      </p:sp>
      <p:sp>
        <p:nvSpPr>
          <p:cNvPr id="9" name="Chevron 8"/>
          <p:cNvSpPr/>
          <p:nvPr/>
        </p:nvSpPr>
        <p:spPr>
          <a:xfrm>
            <a:off x="7241133" y="1797948"/>
            <a:ext cx="2262835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10" name="Chevron 9"/>
          <p:cNvSpPr/>
          <p:nvPr/>
        </p:nvSpPr>
        <p:spPr>
          <a:xfrm>
            <a:off x="9517684" y="1797948"/>
            <a:ext cx="2262836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Sustain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393408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256" y="2339748"/>
            <a:ext cx="110192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R&amp;D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Delivery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~66%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256" y="2599096"/>
            <a:ext cx="11019264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Demand-driven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R&amp;D,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delivery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incentives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priority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products.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2934004"/>
            <a:ext cx="1005840" cy="1005840"/>
          </a:xfrm>
          <a:prstGeom prst="ellips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411480" y="2934004"/>
            <a:ext cx="1005840" cy="1005840"/>
          </a:xfrm>
          <a:prstGeom prst="pie">
            <a:avLst>
              <a:gd name="adj1" fmla="val -5400000"/>
              <a:gd name="adj2" fmla="val 842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794" y="3160318"/>
            <a:ext cx="553212" cy="5532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34004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3896" y="2934004"/>
            <a:ext cx="10326624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programmatic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interventions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all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three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focus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41012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FMD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vaccination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doses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administered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(2025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-&gt;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2030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target)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315900"/>
            <a:ext cx="11369040" cy="154122"/>
          </a:xfrm>
          <a:prstGeom prst="roundRect">
            <a:avLst>
              <a:gd name="adj" fmla="val 50000"/>
            </a:avLst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4315900"/>
            <a:ext cx="5911901" cy="15412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15900"/>
            <a:ext cx="5911901" cy="15412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312M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315900"/>
            <a:ext cx="11369040" cy="15412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600M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4898464"/>
            <a:ext cx="11369040" cy="0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29614" y="4834456"/>
            <a:ext cx="128016" cy="12801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89478"/>
            <a:ext cx="2103272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Q1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980760"/>
            <a:ext cx="2103272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Kickoff</a:t>
            </a:r>
          </a:p>
        </p:txBody>
      </p:sp>
      <p:sp>
        <p:nvSpPr>
          <p:cNvPr id="28" name="Oval 27"/>
          <p:cNvSpPr/>
          <p:nvPr/>
        </p:nvSpPr>
        <p:spPr>
          <a:xfrm>
            <a:off x="4364533" y="4834456"/>
            <a:ext cx="128016" cy="12801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7411" y="4689478"/>
            <a:ext cx="284226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Q3 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7411" y="4980760"/>
            <a:ext cx="2842260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Pilot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3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states</a:t>
            </a:r>
          </a:p>
        </p:txBody>
      </p:sp>
      <p:sp>
        <p:nvSpPr>
          <p:cNvPr id="31" name="Oval 30"/>
          <p:cNvSpPr/>
          <p:nvPr/>
        </p:nvSpPr>
        <p:spPr>
          <a:xfrm>
            <a:off x="7699451" y="483445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2329" y="4689478"/>
            <a:ext cx="284226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Q1 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2329" y="4980760"/>
            <a:ext cx="2842260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Series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review</a:t>
            </a:r>
          </a:p>
        </p:txBody>
      </p:sp>
      <p:sp>
        <p:nvSpPr>
          <p:cNvPr id="34" name="Oval 33"/>
          <p:cNvSpPr/>
          <p:nvPr/>
        </p:nvSpPr>
        <p:spPr>
          <a:xfrm>
            <a:off x="11034370" y="483445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7248" y="4689478"/>
            <a:ext cx="2103272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Q4 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7248" y="4980760"/>
            <a:ext cx="2103272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National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