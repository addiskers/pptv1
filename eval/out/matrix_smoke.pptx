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1423"/>
            <a:ext cx="11369040" cy="3030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Four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moves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capture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opportunity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while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window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9321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structure: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2x2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matrix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of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bordered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panels.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5657088" cy="2515961"/>
          </a:xfrm>
          <a:prstGeom prst="rect">
            <a:avLst/>
          </a:prstGeom>
          <a:solidFill>
            <a:srgbClr val="FFFFFF"/>
          </a:solidFill>
          <a:ln w="1587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124712"/>
            <a:ext cx="5510784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1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—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Lock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exclusive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supply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41536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5366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Sign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3-year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offtake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largest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producers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616290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16290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Secures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62%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regional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capacity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before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rivals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17214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17214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locked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$41/t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spot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$55/t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671409"/>
            <a:ext cx="55107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671409"/>
            <a:ext cx="53279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Owner: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supply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term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sheet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3432" y="1051560"/>
            <a:ext cx="5657088" cy="2515961"/>
          </a:xfrm>
          <a:prstGeom prst="rect">
            <a:avLst/>
          </a:prstGeom>
          <a:solidFill>
            <a:srgbClr val="FFFFFF"/>
          </a:solidFill>
          <a:ln w="1587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6584" y="1124712"/>
            <a:ext cx="5510784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2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—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Win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metro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corridors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6584" y="1415366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6312" y="1415366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6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corridors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covering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58%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6584" y="1616290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6312" y="1616290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Dark-store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beats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incumbents'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delivery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times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6584" y="1817214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312" y="1817214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Corridor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payback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under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14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months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current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AOV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6584" y="2671409"/>
            <a:ext cx="55107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8024" y="2671409"/>
            <a:ext cx="53279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Owner: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corridor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Q2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622385"/>
            <a:ext cx="5657088" cy="2515961"/>
          </a:xfrm>
          <a:prstGeom prst="rect">
            <a:avLst/>
          </a:prstGeom>
          <a:solidFill>
            <a:srgbClr val="FFFFFF"/>
          </a:solidFill>
          <a:ln w="1587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695537"/>
            <a:ext cx="5510784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3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—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Automate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fulfilment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3986191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86191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Pick-rate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automation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cuts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order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31%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4187115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187115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Breakeven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moves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forward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quarters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" y="4388039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388039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Retrofit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12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highest-volume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" y="5242234"/>
            <a:ext cx="55107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5242234"/>
            <a:ext cx="53279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Owner: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store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converted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Q3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3432" y="3622385"/>
            <a:ext cx="5657088" cy="2515961"/>
          </a:xfrm>
          <a:prstGeom prst="rect">
            <a:avLst/>
          </a:prstGeom>
          <a:solidFill>
            <a:srgbClr val="FFFFFF"/>
          </a:solidFill>
          <a:ln w="1587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6584" y="3695537"/>
            <a:ext cx="5510784" cy="2449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4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—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Own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the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private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label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6584" y="3986191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6312" y="3986191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House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brands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lift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margin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8pp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scale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6584" y="4187115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6312" y="4187115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Start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40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highest-velocity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SKUs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6584" y="4388039"/>
            <a:ext cx="109728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6312" y="4388039"/>
            <a:ext cx="540105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Target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18%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private-label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share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year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two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6584" y="5242234"/>
            <a:ext cx="551078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88024" y="5242234"/>
            <a:ext cx="53279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Owner: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category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lead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first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SKUs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Q4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