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6592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731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electric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two-wheeler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offers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credible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entry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window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OEM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with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focused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segment-first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12943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two-wheelers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5294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1038220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429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3080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1695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35736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42960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48392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851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351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e-two-wheeler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is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attractive,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but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winning</a:t>
            </a:r>
          </a:p>
          <a:p>
            <a:pPr algn="ctr">
              <a:lnSpc>
                <a:spcPts val="3351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requires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segment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focus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and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clear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11698"/>
            <a:ext cx="94488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699348" y="5286558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6252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62520"/>
            <a:ext cx="2786786" cy="608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0263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02636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497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4978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497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4978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97854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2922"/>
            <a:ext cx="181366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2922"/>
            <a:ext cx="1154150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4618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4618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4618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4618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461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4618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0009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0009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0009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0009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5400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5400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5400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5400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0791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0791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0791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0791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0791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0791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6182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6182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6182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6182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6182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1573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1573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1573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1573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1573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66964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66964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66964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66964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2355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2355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2355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2355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2355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17746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17746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17746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3137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3137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3137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3137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3137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68528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68528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68528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68528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6852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493919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493919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493919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493919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7433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152697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152697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152697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646473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646473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646473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140249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40249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350" b="0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140249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2634025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🗺️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634025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9884" y="2634025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237529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73721"/>
            <a:ext cx="11369040" cy="1211826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773721"/>
            <a:ext cx="32004" cy="121182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4846873"/>
            <a:ext cx="11222736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356425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08964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8958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076706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1691640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691640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3845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038456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8527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385272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3208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732088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78904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078904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