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7749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electric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two-wheeler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offers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credible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entry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window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OEM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with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focused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segment-first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56233"/>
            <a:ext cx="1018032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two-wheelers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79176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481494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06190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08508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33204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35522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660218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8726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35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e-two-wheeler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is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attractive,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but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winning</a:t>
            </a:r>
          </a:p>
          <a:p>
            <a:pPr algn="ctr">
              <a:lnSpc>
                <a:spcPts val="3435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requires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segment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focus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and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clear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32982"/>
            <a:ext cx="944880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84244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84244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:tab"/>
          <p:cNvSpPr/>
          <p:nvPr/>
        </p:nvSpPr>
        <p:spPr>
          <a:xfrm>
            <a:off x="5699348" y="5283391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0344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0344"/>
            <a:ext cx="278678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79835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79835"/>
            <a:ext cx="2786786" cy="623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35155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35155"/>
            <a:ext cx="278678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8145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8145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8145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8145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6089"/>
            <a:ext cx="1978542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6089"/>
            <a:ext cx="1813664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6089"/>
            <a:ext cx="1319028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6089"/>
            <a:ext cx="1154150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52522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52522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52522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52522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5252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52522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11500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11500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11500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1150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11500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70478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70478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70478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70478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29456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29456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29456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29456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29456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29456"/>
            <a:ext cx="989271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88434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88434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88434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88434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88434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47412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47412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47412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47412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4741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706390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706390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706390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706390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70639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706390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65368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65368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65368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6536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65368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224346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224346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224346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224346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224346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83324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83324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83324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83324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83324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742302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742302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742302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742302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74230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5001280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5001280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5001280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5001280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500128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69841"/>
            <a:ext cx="8243926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51560"/>
            <a:ext cx="662706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7690" y="1247965"/>
            <a:ext cx="1005711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27632"/>
            <a:ext cx="1030887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5871" y="1824037"/>
            <a:ext cx="968892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03704"/>
            <a:ext cx="87015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5138" y="2400109"/>
            <a:ext cx="984966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779776"/>
            <a:ext cx="90121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196" y="2976181"/>
            <a:ext cx="981860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517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886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255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115988"/>
            <a:ext cx="11369040" cy="981219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5115988"/>
            <a:ext cx="32004" cy="981219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189140"/>
            <a:ext cx="11222736" cy="48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10516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8308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783080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37286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137286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9149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491492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4569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845698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19990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199904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