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863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Icons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replace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emoji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impact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rows</a:t>
            </a:r>
          </a:p>
        </p:txBody>
      </p:sp>
      <p:sp>
        <p:nvSpPr>
          <p:cNvPr id="3" name="Oval 2"/>
          <p:cNvSpPr/>
          <p:nvPr/>
        </p:nvSpPr>
        <p:spPr>
          <a:xfrm>
            <a:off x="411480" y="1463040"/>
            <a:ext cx="384048" cy="384048"/>
          </a:xfrm>
          <a:prstGeom prst="ellipse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eople_ffffff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52" y="1555212"/>
            <a:ext cx="199704" cy="1997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" y="1463040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35%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09884" y="1463040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direct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beneficiaries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are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women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956816"/>
            <a:ext cx="384048" cy="384048"/>
          </a:xfrm>
          <a:prstGeom prst="ellipse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ney_ffffff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52" y="2048988"/>
            <a:ext cx="199704" cy="1997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" y="1956816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$550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9884" y="1956816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increase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income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SSP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year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450592"/>
            <a:ext cx="384048" cy="384048"/>
          </a:xfrm>
          <a:prstGeom prst="ellipse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rowth_ffffff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52" y="2542764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392" y="2450592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15-100%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9884" y="2450592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productivity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increase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across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high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value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crops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2944368"/>
            <a:ext cx="384048" cy="384048"/>
          </a:xfrm>
          <a:prstGeom prst="ellipse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f_ffffff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652" y="3036540"/>
            <a:ext cx="199704" cy="1997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0392" y="2944368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2-8pp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9884" y="2944368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reduction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crop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losses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advisory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recipients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16 July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DeckEngine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863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A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45-row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benchmark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must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split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into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clean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continuation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slides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2842260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53740" y="1051560"/>
            <a:ext cx="6252972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Item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6712" y="1051560"/>
            <a:ext cx="2273808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14826"/>
            <a:ext cx="2842260" cy="23804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Group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53740" y="1214826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6712" y="1214826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53740" y="1373520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6712" y="1373520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3740" y="1532214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6712" y="1532214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3740" y="1690908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1.3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6712" y="1690908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3740" y="1849602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1.4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6712" y="1849602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53740" y="2008296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6712" y="2008296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3740" y="2166990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6712" y="2166990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53740" y="2325684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6712" y="2325684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3740" y="2484378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1.8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6712" y="2484378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53740" y="2643072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1.9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6712" y="2643072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3740" y="2801766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1.10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6712" y="2801766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53740" y="2960460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1.11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6712" y="2960460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3740" y="3119154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1.12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6712" y="3119154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53740" y="3277848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1.13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6712" y="3277848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3740" y="3436542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1.14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6712" y="3436542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595236"/>
            <a:ext cx="2842260" cy="19043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Group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53740" y="3595236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6712" y="3595236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53740" y="3753930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6712" y="3753930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53740" y="3912624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2.2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6712" y="3912624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53740" y="4071318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2.3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6712" y="4071318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53740" y="4230012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6712" y="4230012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53740" y="4388706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2.5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6712" y="4388706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53740" y="4547400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2.6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06712" y="4547400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53740" y="4706094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2.7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6712" y="4706094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53740" y="4864788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2.8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6712" y="4864788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53740" y="5023482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2.9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06712" y="5023482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53740" y="5182176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2.10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06712" y="5182176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53740" y="5340870"/>
            <a:ext cx="6252972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2.11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06712" y="5340870"/>
            <a:ext cx="2273808" cy="158694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5554428"/>
            <a:ext cx="113690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illustrative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data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16 July 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DeckEngine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863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A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45-row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benchmark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must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split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into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clean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continuation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slides </a:t>
            </a:r>
            <a:r>
              <a:rPr sz="2000" b="0" i="1">
                <a:solidFill>
                  <a:srgbClr val="3F3F3F"/>
                </a:solidFill>
                <a:latin typeface="Georgia"/>
              </a:rPr>
              <a:t>(cont'd)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60160"/>
            <a:ext cx="2842260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53740" y="1160160"/>
            <a:ext cx="6252972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Item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6712" y="1160160"/>
            <a:ext cx="2273808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3426"/>
            <a:ext cx="2842260" cy="76173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Group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53740" y="132342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2.12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6712" y="132342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53740" y="157733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2.13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6712" y="157733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3740" y="183124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2.14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6712" y="183124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85156"/>
            <a:ext cx="2842260" cy="380865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Group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53740" y="208515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3.0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6712" y="208515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53740" y="233906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3.1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6712" y="233906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53740" y="259297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3.2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6712" y="259297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53740" y="284688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3.3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6712" y="284688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53740" y="310079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3.4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6712" y="310079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53740" y="335470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6712" y="335470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53740" y="360861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3.6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6712" y="360861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53740" y="386252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6712" y="386252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53740" y="411643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3.8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6712" y="411643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53740" y="437034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3.9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6712" y="437034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53740" y="462425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3.10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6712" y="462425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53740" y="487816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3.11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6712" y="487816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53740" y="513207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3.12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6712" y="513207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53740" y="538598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3.13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6712" y="538598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53740" y="5639896"/>
            <a:ext cx="625297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Benchmark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item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3.14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6712" y="5639896"/>
            <a:ext cx="227380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101501"/>
            <a:ext cx="113690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illustrative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data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16 July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DeckEngine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