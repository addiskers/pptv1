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2024-25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resulted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following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outcomes: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*Includes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related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20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8712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2904" y="105156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40271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benefitted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1.03M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93028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967059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7059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0.83M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5567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59598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9598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78105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188712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8712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0.39M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07220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81251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251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0.62M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9759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73790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3790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20M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92297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2904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2904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0.76M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21412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95443" y="129785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5443" y="149385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1.35M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813951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687982" y="129785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87982" y="149385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3.35M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906489" y="17736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Pentagon 35"/>
          <p:cNvSpPr/>
          <p:nvPr/>
        </p:nvSpPr>
        <p:spPr>
          <a:xfrm>
            <a:off x="411480" y="223916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Income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increase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20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$1,216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2.7%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$1,183.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8712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$1,453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5%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$1,373.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2904" y="211565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$1,209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4.8%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$1,153.</a:t>
            </a:r>
          </a:p>
        </p:txBody>
      </p:sp>
      <p:sp>
        <p:nvSpPr>
          <p:cNvPr id="40" name="Pentagon 39"/>
          <p:cNvSpPr/>
          <p:nvPr/>
        </p:nvSpPr>
        <p:spPr>
          <a:xfrm>
            <a:off x="411480" y="3007682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Climate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resilience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22%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14%)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~$19/farmer)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8712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19%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17%)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~$14/farmer)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2904" y="2970745"/>
            <a:ext cx="327761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~$31/farmer)</a:t>
            </a:r>
          </a:p>
        </p:txBody>
      </p:sp>
      <p:sp>
        <p:nvSpPr>
          <p:cNvPr id="44" name="Pentagon 43"/>
          <p:cNvSpPr/>
          <p:nvPr/>
        </p:nvSpPr>
        <p:spPr>
          <a:xfrm>
            <a:off x="411480" y="386569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Cost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cultivation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($/ha)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392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13328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3273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4520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9392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13328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273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74520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9392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13328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3273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20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9392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13328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273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8871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8116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27520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4692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8871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08116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27520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4692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871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08116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27520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4692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871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08116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7520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4692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2904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22308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1712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Avg.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961116" y="3652695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2904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2308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141712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61116" y="3827298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02904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Cotton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22308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141712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676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961116" y="4001901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02904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Brinjal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22308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1712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961116" y="4176504"/>
            <a:ext cx="819404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170424" y="1051560"/>
            <a:ext cx="0" cy="359406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484616" y="1051560"/>
            <a:ext cx="0" cy="359406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411480" y="4737065"/>
            <a:ext cx="11369040" cy="1397692"/>
          </a:xfrm>
          <a:prstGeom prst="rect">
            <a:avLst/>
          </a:prstGeom>
          <a:solidFill>
            <a:srgbClr val="FFFFFF"/>
          </a:solidFill>
          <a:ln w="15875">
            <a:solidFill>
              <a:srgbClr val="2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4632" y="5194844"/>
            <a:ext cx="125325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632" y="5390847"/>
            <a:ext cx="1253256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5283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1737888" y="5194844"/>
            <a:ext cx="125325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37888" y="5390847"/>
            <a:ext cx="1253256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988539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2991144" y="5194844"/>
            <a:ext cx="125325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91144" y="5390847"/>
            <a:ext cx="1253257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66M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241795" y="5670627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299265" y="5262768"/>
            <a:ext cx="265395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30%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08084" y="5262768"/>
            <a:ext cx="232221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govt/private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sector: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5158" y="5262768"/>
            <a:ext cx="232221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programmatic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interventions: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64%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