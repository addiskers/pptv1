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rgbClr val="1F3864"/>
    </dgm:fillClrLst>
    <dgm:linClrLst meth="repeat">
      <a:srgbClr val="1F3864"/>
    </dgm:linClrLst>
    <dgm:effectClrLst/>
    <dgm:txLinClrLst/>
    <dgm:txFillClrLst/>
    <dgm:txEffectClrLst/>
  </dgm:styleLbl>
  <dgm:styleLbl name="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rgbClr val="1F3864">
        <a:alpha val="50000"/>
      </a:srgb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rgbClr val="1F3864"/>
    </dgm:fillClrLst>
    <dgm:linClrLst meth="repeat">
      <a:srgbClr val="1F3864">
        <a:tint val="50000"/>
      </a:srgb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rgbClr val="1F3864">
        <a:tint val="40000"/>
      </a:srgb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rgbClr val="1F3864">
        <a:shade val="8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rgbClr val="1F3864">
        <a:tint val="50000"/>
        <a:alpha val="4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rgbClr val="1F3864">
        <a:tint val="60000"/>
      </a:srgb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rgbClr val="1F3864"/>
    </dgm:fillClrLst>
    <dgm:linClrLst meth="repeat">
      <a:srgbClr val="1F3864"/>
    </dgm:linClrLst>
    <dgm:effectClrLst/>
    <dgm:txLinClrLst/>
    <dgm:txFillClrLst/>
    <dgm:txEffectClrLst/>
  </dgm:styleLbl>
  <dgm:styleLbl name="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rgbClr val="1F3864">
        <a:alpha val="50000"/>
      </a:srgb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rgbClr val="1F3864"/>
    </dgm:fillClrLst>
    <dgm:linClrLst meth="repeat">
      <a:srgbClr val="1F3864">
        <a:tint val="50000"/>
      </a:srgb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rgbClr val="1F3864">
        <a:tint val="40000"/>
      </a:srgb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rgbClr val="1F3864">
        <a:shade val="8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rgbClr val="1F3864">
        <a:tint val="50000"/>
        <a:alpha val="4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rgbClr val="1F3864">
        <a:tint val="60000"/>
      </a:srgb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rgbClr val="1F3864"/>
    </dgm:fillClrLst>
    <dgm:linClrLst meth="repeat">
      <a:srgbClr val="1F3864"/>
    </dgm:linClrLst>
    <dgm:effectClrLst/>
    <dgm:txLinClrLst/>
    <dgm:txFillClrLst/>
    <dgm:txEffectClrLst/>
  </dgm:styleLbl>
  <dgm:styleLbl name="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rgbClr val="1F3864">
        <a:alpha val="50000"/>
      </a:srgb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rgbClr val="1F3864"/>
    </dgm:fillClrLst>
    <dgm:linClrLst meth="repeat">
      <a:srgbClr val="1F3864">
        <a:tint val="50000"/>
      </a:srgb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rgbClr val="1F3864">
        <a:tint val="40000"/>
      </a:srgb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rgbClr val="1F3864">
        <a:shade val="8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rgbClr val="1F3864">
        <a:tint val="50000"/>
        <a:alpha val="4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rgbClr val="1F3864">
        <a:tint val="60000"/>
      </a:srgb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rgbClr val="1F3864"/>
    </dgm:fillClrLst>
    <dgm:linClrLst meth="repeat">
      <a:srgbClr val="1F3864"/>
    </dgm:linClrLst>
    <dgm:effectClrLst/>
    <dgm:txLinClrLst/>
    <dgm:txFillClrLst/>
    <dgm:txEffectClrLst/>
  </dgm:styleLbl>
  <dgm:styleLbl name="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rgbClr val="1F3864">
        <a:alpha val="50000"/>
      </a:srgb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rgbClr val="1F3864">
        <a:tint val="50000"/>
      </a:srgb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rgbClr val="1F3864"/>
    </dgm:fillClrLst>
    <dgm:linClrLst meth="repeat">
      <a:srgbClr val="1F3864">
        <a:tint val="50000"/>
      </a:srgb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rgbClr val="1F386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rgbClr val="1F3864">
        <a:tint val="60000"/>
      </a:srgbClr>
    </dgm:fillClrLst>
    <dgm:linClrLst meth="repeat">
      <a:srgbClr val="1F3864">
        <a:tint val="60000"/>
      </a:srgb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rgbClr val="1F3864"/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rgbClr val="1F3864"/>
    </dgm:fillClrLst>
    <dgm:linClrLst meth="repeat">
      <a:srgbClr val="1F3864">
        <a:shade val="60000"/>
      </a:srgb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rgbClr val="1F3864"/>
    </dgm:fillClrLst>
    <dgm:linClrLst meth="repeat">
      <a:srgbClr val="1F3864">
        <a:shade val="80000"/>
      </a:srgb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rgbClr val="1F3864">
        <a:alpha val="90000"/>
        <a:tint val="40000"/>
      </a:srgbClr>
    </dgm:fillClrLst>
    <dgm:linClrLst meth="repeat">
      <a:srgbClr val="1F3864">
        <a:alpha val="90000"/>
        <a:tint val="40000"/>
      </a:srgb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rgbClr val="1F3864">
        <a:tint val="40000"/>
      </a:srgbClr>
    </dgm:fillClrLst>
    <dgm:linClrLst meth="repeat">
      <a:srgbClr val="1F386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rgbClr val="1F3864">
        <a:shade val="8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rgbClr val="1F3864">
        <a:tint val="50000"/>
        <a:alpha val="40000"/>
      </a:srgbClr>
    </dgm:fillClrLst>
    <dgm:linClrLst meth="repeat">
      <a:srgbClr val="1F386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rgbClr val="1F3864">
        <a:tint val="60000"/>
      </a:srgb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899F2419-7A27-4431-A47B-A8A082C0BB9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FF7F116F-D745-4657-9400-C0AFC42152B9}">
      <dgm:prSet/>
      <dgm:spPr/>
      <dgm:t>
        <a:bodyPr/>
        <a:lstStyle/>
        <a:p>
          <a:r>
            <a:rPr lang="en-US"/>
            <a:t>Sellers</a:t>
          </a:r>
        </a:p>
      </dgm:t>
    </dgm:pt>
    <dgm:pt modelId="{B9BA2239-4770-4E29-AD7F-1F1812C4CFDB}" type="parTrans">
      <dgm:prSet/>
      <dgm:spPr/>
      <dgm:t>
        <a:bodyPr/>
        <a:lstStyle/>
        <a:p>
          <a:endParaRPr lang="en-US"/>
        </a:p>
      </dgm:t>
    </dgm:pt>
    <dgm:pt modelId="{95CC0BE5-CD52-4F4A-AB85-918F79E11B02}" type="sibTrans">
      <dgm:prSet/>
      <dgm:spPr/>
      <dgm:t>
        <a:bodyPr/>
        <a:lstStyle/>
        <a:p>
          <a:endParaRPr lang="en-US"/>
        </a:p>
      </dgm:t>
    </dgm:pt>
    <dgm:pt modelId="{87424AA6-4867-4EF1-8A9A-9E5171E223E5}">
      <dgm:prSet/>
      <dgm:spPr/>
      <dgm:t>
        <a:bodyPr/>
        <a:lstStyle/>
        <a:p>
          <a:r>
            <a:rPr lang="en-US"/>
            <a:t>Selection</a:t>
          </a:r>
        </a:p>
      </dgm:t>
    </dgm:pt>
    <dgm:pt modelId="{74B6DD7A-EFE4-44B7-A171-426E6A30D500}" type="parTrans">
      <dgm:prSet/>
      <dgm:spPr/>
      <dgm:t>
        <a:bodyPr/>
        <a:lstStyle/>
        <a:p>
          <a:endParaRPr lang="en-US"/>
        </a:p>
      </dgm:t>
    </dgm:pt>
    <dgm:pt modelId="{3B9DA680-2916-43CB-A405-42F1E4306DC1}" type="sibTrans">
      <dgm:prSet/>
      <dgm:spPr/>
      <dgm:t>
        <a:bodyPr/>
        <a:lstStyle/>
        <a:p>
          <a:endParaRPr lang="en-US"/>
        </a:p>
      </dgm:t>
    </dgm:pt>
    <dgm:pt modelId="{C0369646-EA40-4939-A2B4-0D6BCABC48CA}">
      <dgm:prSet/>
      <dgm:spPr/>
      <dgm:t>
        <a:bodyPr/>
        <a:lstStyle/>
        <a:p>
          <a:r>
            <a:rPr lang="en-US"/>
            <a:t>Buyers</a:t>
          </a:r>
        </a:p>
      </dgm:t>
    </dgm:pt>
    <dgm:pt modelId="{0A0A4AD4-12F8-4BBC-889B-EB9513C60ACD}" type="parTrans">
      <dgm:prSet/>
      <dgm:spPr/>
      <dgm:t>
        <a:bodyPr/>
        <a:lstStyle/>
        <a:p>
          <a:endParaRPr lang="en-US"/>
        </a:p>
      </dgm:t>
    </dgm:pt>
    <dgm:pt modelId="{9F56F1B7-F758-4961-BDC1-9D70DA80760C}" type="sibTrans">
      <dgm:prSet/>
      <dgm:spPr/>
      <dgm:t>
        <a:bodyPr/>
        <a:lstStyle/>
        <a:p>
          <a:endParaRPr lang="en-US"/>
        </a:p>
      </dgm:t>
    </dgm:pt>
    <dgm:pt modelId="{828BFE37-AFCC-4785-9CD4-DB11B8FB3802}">
      <dgm:prSet/>
      <dgm:spPr/>
      <dgm:t>
        <a:bodyPr/>
        <a:lstStyle/>
        <a:p>
          <a:r>
            <a:rPr lang="en-US"/>
            <a:t>Prices</a:t>
          </a:r>
        </a:p>
      </dgm:t>
    </dgm:pt>
    <dgm:pt modelId="{826E4CA1-9BBE-48E0-88BA-2B66991B4EB1}" type="parTrans">
      <dgm:prSet/>
      <dgm:spPr/>
      <dgm:t>
        <a:bodyPr/>
        <a:lstStyle/>
        <a:p>
          <a:endParaRPr lang="en-US"/>
        </a:p>
      </dgm:t>
    </dgm:pt>
    <dgm:pt modelId="{D440A355-3ADC-417B-B657-F3600BCD4216}" type="sibTrans">
      <dgm:prSet/>
      <dgm:spPr/>
      <dgm:t>
        <a:bodyPr/>
        <a:lstStyle/>
        <a:p>
          <a:endParaRPr lang="en-US"/>
        </a:p>
      </dgm:t>
    </dgm:pt>
    <dgm:pt modelId="{51551CEA-C5CE-480D-8223-DCF992B8FD6D}">
      <dgm:prSet/>
      <dgm:spPr/>
      <dgm:t>
        <a:bodyPr/>
        <a:lstStyle/>
        <a:p>
          <a:r>
            <a:rPr lang="en-US"/>
            <a:t>Volumes</a:t>
          </a:r>
        </a:p>
      </dgm:t>
    </dgm:pt>
    <dgm:pt modelId="{1D1DE0B1-1080-47DF-8EC6-4111F8AEBDC0}" type="parTrans">
      <dgm:prSet/>
      <dgm:spPr/>
      <dgm:t>
        <a:bodyPr/>
        <a:lstStyle/>
        <a:p>
          <a:endParaRPr lang="en-US"/>
        </a:p>
      </dgm:t>
    </dgm:pt>
    <dgm:pt modelId="{27BA62F1-166E-445E-A5F4-D490C5BF5152}" type="sibTrans">
      <dgm:prSet/>
      <dgm:spPr/>
      <dgm:t>
        <a:bodyPr/>
        <a:lstStyle/>
        <a:p>
          <a:endParaRPr lang="en-US"/>
        </a:p>
      </dgm:t>
    </dgm:pt>
  </dgm:ptLst>
  <dgm:cxnLst>
    <dgm:cxn modelId="{53B00904-BF09-4C50-A7EE-0E25D2C7BE83}" srcId="{899F2419-7A27-4431-A47B-A8A082C0BB9F}" destId="{FF7F116F-D745-4657-9400-C0AFC42152B9}" srcOrd="0" destOrd="0" parTransId="{B9BA2239-4770-4E29-AD7F-1F1812C4CFDB}" sibTransId="{95CC0BE5-CD52-4F4A-AB85-918F79E11B02}"/>
    <dgm:cxn modelId="{CBF0B21D-E811-4EB3-BBE4-50A5665B92BC}" srcId="{899F2419-7A27-4431-A47B-A8A082C0BB9F}" destId="{87424AA6-4867-4EF1-8A9A-9E5171E223E5}" srcOrd="1" destOrd="0" parTransId="{74B6DD7A-EFE4-44B7-A171-426E6A30D500}" sibTransId="{3B9DA680-2916-43CB-A405-42F1E4306DC1}"/>
    <dgm:cxn modelId="{1828DF51-C404-485C-BAF2-19E637DEC93B}" srcId="{899F2419-7A27-4431-A47B-A8A082C0BB9F}" destId="{C0369646-EA40-4939-A2B4-0D6BCABC48CA}" srcOrd="2" destOrd="0" parTransId="{0A0A4AD4-12F8-4BBC-889B-EB9513C60ACD}" sibTransId="{9F56F1B7-F758-4961-BDC1-9D70DA80760C}"/>
    <dgm:cxn modelId="{FA7A143F-13CD-42D9-B8D9-9D4B36E669A9}" srcId="{899F2419-7A27-4431-A47B-A8A082C0BB9F}" destId="{828BFE37-AFCC-4785-9CD4-DB11B8FB3802}" srcOrd="3" destOrd="0" parTransId="{826E4CA1-9BBE-48E0-88BA-2B66991B4EB1}" sibTransId="{D440A355-3ADC-417B-B657-F3600BCD4216}"/>
    <dgm:cxn modelId="{77FA9895-AA91-40F0-BCE0-59F51BB52FA2}" srcId="{899F2419-7A27-4431-A47B-A8A082C0BB9F}" destId="{51551CEA-C5CE-480D-8223-DCF992B8FD6D}" srcOrd="4" destOrd="0" parTransId="{1D1DE0B1-1080-47DF-8EC6-4111F8AEBDC0}" sibTransId="{27BA62F1-166E-445E-A5F4-D490C5BF5152}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4D618F04-2498-4067-BD15-6EB24EB9DEC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6AD3EB61-8CAA-439A-A210-D2161F3DE8E9}">
      <dgm:prSet/>
      <dgm:spPr/>
      <dgm:t>
        <a:bodyPr/>
        <a:lstStyle/>
        <a:p>
          <a:r>
            <a:rPr lang="en-US"/>
            <a:t>MD</a:t>
          </a:r>
        </a:p>
      </dgm:t>
    </dgm:pt>
    <dgm:pt modelId="{FD4CBC56-5D76-48E8-8DE3-1528959FD755}" type="parTrans">
      <dgm:prSet/>
      <dgm:spPr/>
      <dgm:t>
        <a:bodyPr/>
        <a:lstStyle/>
        <a:p>
          <a:endParaRPr lang="en-US"/>
        </a:p>
      </dgm:t>
    </dgm:pt>
    <dgm:pt modelId="{EA102D77-7C6F-4EFB-AB8A-9F7A60AFFD34}" type="sibTrans">
      <dgm:prSet/>
      <dgm:spPr/>
      <dgm:t>
        <a:bodyPr/>
        <a:lstStyle/>
        <a:p>
          <a:endParaRPr lang="en-US"/>
        </a:p>
      </dgm:t>
    </dgm:pt>
    <dgm:pt modelId="{3C3F050E-8400-475D-92F7-5A1D6EC252F9}">
      <dgm:prSet/>
      <dgm:spPr/>
      <dgm:t>
        <a:bodyPr/>
        <a:lstStyle/>
        <a:p>
          <a:r>
            <a:rPr lang="en-US"/>
            <a:t>Commercial</a:t>
          </a:r>
        </a:p>
      </dgm:t>
    </dgm:pt>
    <dgm:pt modelId="{83ED505E-A120-4D15-A504-552B2AC890A6}" type="parTrans">
      <dgm:prSet/>
      <dgm:spPr/>
      <dgm:t>
        <a:bodyPr/>
        <a:lstStyle/>
        <a:p>
          <a:endParaRPr lang="en-US"/>
        </a:p>
      </dgm:t>
    </dgm:pt>
    <dgm:pt modelId="{CDE34870-95E5-4727-9586-F4F34D4985BF}" type="sibTrans">
      <dgm:prSet/>
      <dgm:spPr/>
      <dgm:t>
        <a:bodyPr/>
        <a:lstStyle/>
        <a:p>
          <a:endParaRPr lang="en-US"/>
        </a:p>
      </dgm:t>
    </dgm:pt>
    <dgm:pt modelId="{20C24E6F-3640-4872-8AA8-14163BA2AA3F}">
      <dgm:prSet/>
      <dgm:spPr/>
      <dgm:t>
        <a:bodyPr/>
        <a:lstStyle/>
        <a:p>
          <a:r>
            <a:rPr lang="en-US"/>
            <a:t>Sales</a:t>
          </a:r>
        </a:p>
      </dgm:t>
    </dgm:pt>
    <dgm:pt modelId="{DAAD52C4-1838-4ED0-8E7C-0C697290533B}" type="parTrans">
      <dgm:prSet/>
      <dgm:spPr/>
      <dgm:t>
        <a:bodyPr/>
        <a:lstStyle/>
        <a:p>
          <a:endParaRPr lang="en-US"/>
        </a:p>
      </dgm:t>
    </dgm:pt>
    <dgm:pt modelId="{E6565B77-DAF0-4F80-AF09-4A21D73906DE}" type="sibTrans">
      <dgm:prSet/>
      <dgm:spPr/>
      <dgm:t>
        <a:bodyPr/>
        <a:lstStyle/>
        <a:p>
          <a:endParaRPr lang="en-US"/>
        </a:p>
      </dgm:t>
    </dgm:pt>
    <dgm:pt modelId="{01907E13-3BA1-40EE-AA51-4575A82AF5BA}">
      <dgm:prSet/>
      <dgm:spPr/>
      <dgm:t>
        <a:bodyPr/>
        <a:lstStyle/>
        <a:p>
          <a:r>
            <a:rPr lang="en-US"/>
            <a:t>Marketing</a:t>
          </a:r>
        </a:p>
      </dgm:t>
    </dgm:pt>
    <dgm:pt modelId="{35ACFEB2-B028-4B18-8A79-466CB529BD6F}" type="parTrans">
      <dgm:prSet/>
      <dgm:spPr/>
      <dgm:t>
        <a:bodyPr/>
        <a:lstStyle/>
        <a:p>
          <a:endParaRPr lang="en-US"/>
        </a:p>
      </dgm:t>
    </dgm:pt>
    <dgm:pt modelId="{799A0A68-96CC-40CD-80A9-117ED09BD5FD}" type="sibTrans">
      <dgm:prSet/>
      <dgm:spPr/>
      <dgm:t>
        <a:bodyPr/>
        <a:lstStyle/>
        <a:p>
          <a:endParaRPr lang="en-US"/>
        </a:p>
      </dgm:t>
    </dgm:pt>
    <dgm:pt modelId="{92FB1B92-DB0F-45D9-BE02-48FD407C7571}">
      <dgm:prSet/>
      <dgm:spPr/>
      <dgm:t>
        <a:bodyPr/>
        <a:lstStyle/>
        <a:p>
          <a:r>
            <a:rPr lang="en-US"/>
            <a:t>Operations</a:t>
          </a:r>
        </a:p>
      </dgm:t>
    </dgm:pt>
    <dgm:pt modelId="{12AEA11D-2C94-4643-A204-94110F209541}" type="parTrans">
      <dgm:prSet/>
      <dgm:spPr/>
      <dgm:t>
        <a:bodyPr/>
        <a:lstStyle/>
        <a:p>
          <a:endParaRPr lang="en-US"/>
        </a:p>
      </dgm:t>
    </dgm:pt>
    <dgm:pt modelId="{54FE8FCE-5118-45D4-962C-11CEC2832613}" type="sibTrans">
      <dgm:prSet/>
      <dgm:spPr/>
      <dgm:t>
        <a:bodyPr/>
        <a:lstStyle/>
        <a:p>
          <a:endParaRPr lang="en-US"/>
        </a:p>
      </dgm:t>
    </dgm:pt>
    <dgm:pt modelId="{B5A6758A-14F1-469D-9F18-7A081B902C03}">
      <dgm:prSet/>
      <dgm:spPr/>
      <dgm:t>
        <a:bodyPr/>
        <a:lstStyle/>
        <a:p>
          <a:r>
            <a:rPr lang="en-US"/>
            <a:t>Plants</a:t>
          </a:r>
        </a:p>
      </dgm:t>
    </dgm:pt>
    <dgm:pt modelId="{5E9EC408-406B-4BF5-81F6-08753B5D84CA}" type="parTrans">
      <dgm:prSet/>
      <dgm:spPr/>
      <dgm:t>
        <a:bodyPr/>
        <a:lstStyle/>
        <a:p>
          <a:endParaRPr lang="en-US"/>
        </a:p>
      </dgm:t>
    </dgm:pt>
    <dgm:pt modelId="{25F28CE1-44EF-417E-A05F-938A94141688}" type="sibTrans">
      <dgm:prSet/>
      <dgm:spPr/>
      <dgm:t>
        <a:bodyPr/>
        <a:lstStyle/>
        <a:p>
          <a:endParaRPr lang="en-US"/>
        </a:p>
      </dgm:t>
    </dgm:pt>
    <dgm:pt modelId="{B7E629BD-2AAA-4048-8F50-89C2CF2D91FD}">
      <dgm:prSet/>
      <dgm:spPr/>
      <dgm:t>
        <a:bodyPr/>
        <a:lstStyle/>
        <a:p>
          <a:r>
            <a:rPr lang="en-US"/>
            <a:t>Finance</a:t>
          </a:r>
        </a:p>
      </dgm:t>
    </dgm:pt>
    <dgm:pt modelId="{20665C0A-045F-4DD5-9646-1DD0BE3B501F}" type="parTrans">
      <dgm:prSet/>
      <dgm:spPr/>
      <dgm:t>
        <a:bodyPr/>
        <a:lstStyle/>
        <a:p>
          <a:endParaRPr lang="en-US"/>
        </a:p>
      </dgm:t>
    </dgm:pt>
    <dgm:pt modelId="{FF487171-3BE2-497A-A93B-7F801C67C367}" type="sibTrans">
      <dgm:prSet/>
      <dgm:spPr/>
      <dgm:t>
        <a:bodyPr/>
        <a:lstStyle/>
        <a:p>
          <a:endParaRPr lang="en-US"/>
        </a:p>
      </dgm:t>
    </dgm:pt>
  </dgm:ptLst>
  <dgm:cxnLst>
    <dgm:cxn modelId="{A4DD7A9B-32D6-44AA-A2E9-14B4F16391EB}" srcId="{4D618F04-2498-4067-BD15-6EB24EB9DECC}" destId="{6AD3EB61-8CAA-439A-A210-D2161F3DE8E9}" srcOrd="0" destOrd="0" parTransId="{FD4CBC56-5D76-48E8-8DE3-1528959FD755}" sibTransId="{EA102D77-7C6F-4EFB-AB8A-9F7A60AFFD34}"/>
    <dgm:cxn modelId="{4C0124B4-C5E9-48E1-B370-26228EE5B599}" srcId="{6AD3EB61-8CAA-439A-A210-D2161F3DE8E9}" destId="{3C3F050E-8400-475D-92F7-5A1D6EC252F9}" srcOrd="0" destOrd="0" parTransId="{83ED505E-A120-4D15-A504-552B2AC890A6}" sibTransId="{CDE34870-95E5-4727-9586-F4F34D4985BF}"/>
    <dgm:cxn modelId="{F0E08F52-8E62-4E35-A371-93236E5253EF}" srcId="{3C3F050E-8400-475D-92F7-5A1D6EC252F9}" destId="{20C24E6F-3640-4872-8AA8-14163BA2AA3F}" srcOrd="0" destOrd="0" parTransId="{DAAD52C4-1838-4ED0-8E7C-0C697290533B}" sibTransId="{E6565B77-DAF0-4F80-AF09-4A21D73906DE}"/>
    <dgm:cxn modelId="{EA62F0D6-34F9-436D-928C-276A092E6177}" srcId="{3C3F050E-8400-475D-92F7-5A1D6EC252F9}" destId="{01907E13-3BA1-40EE-AA51-4575A82AF5BA}" srcOrd="1" destOrd="0" parTransId="{35ACFEB2-B028-4B18-8A79-466CB529BD6F}" sibTransId="{799A0A68-96CC-40CD-80A9-117ED09BD5FD}"/>
    <dgm:cxn modelId="{629DB130-E81F-41CF-9416-3F64B2AB9A41}" srcId="{6AD3EB61-8CAA-439A-A210-D2161F3DE8E9}" destId="{92FB1B92-DB0F-45D9-BE02-48FD407C7571}" srcOrd="1" destOrd="0" parTransId="{12AEA11D-2C94-4643-A204-94110F209541}" sibTransId="{54FE8FCE-5118-45D4-962C-11CEC2832613}"/>
    <dgm:cxn modelId="{3EDB1350-A836-42BD-A2CD-3F4ED510F53F}" srcId="{92FB1B92-DB0F-45D9-BE02-48FD407C7571}" destId="{B5A6758A-14F1-469D-9F18-7A081B902C03}" srcOrd="0" destOrd="0" parTransId="{5E9EC408-406B-4BF5-81F6-08753B5D84CA}" sibTransId="{25F28CE1-44EF-417E-A05F-938A94141688}"/>
    <dgm:cxn modelId="{AA6E9BCA-A711-424F-847C-2B36826A06E8}" srcId="{6AD3EB61-8CAA-439A-A210-D2161F3DE8E9}" destId="{B7E629BD-2AAA-4048-8F50-89C2CF2D91FD}" srcOrd="2" destOrd="0" parTransId="{20665C0A-045F-4DD5-9646-1DD0BE3B501F}" sibTransId="{FF487171-3BE2-497A-A93B-7F801C67C367}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FB2BBEB-5F81-433B-B583-D4EE51CECCE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933657F5-A594-4E07-8580-9C4E3B9D2298}">
      <dgm:prSet/>
      <dgm:spPr/>
      <dgm:t>
        <a:bodyPr/>
        <a:lstStyle/>
        <a:p>
          <a:r>
            <a:rPr lang="en-US"/>
            <a:t>Why is margin down?</a:t>
          </a:r>
        </a:p>
      </dgm:t>
    </dgm:pt>
    <dgm:pt modelId="{4DDC334B-1977-402B-8AA3-8D4069774026}" type="parTrans">
      <dgm:prSet/>
      <dgm:spPr/>
      <dgm:t>
        <a:bodyPr/>
        <a:lstStyle/>
        <a:p>
          <a:endParaRPr lang="en-US"/>
        </a:p>
      </dgm:t>
    </dgm:pt>
    <dgm:pt modelId="{6576F7B5-D9A7-439B-A3BF-B935702ED78D}" type="sibTrans">
      <dgm:prSet/>
      <dgm:spPr/>
      <dgm:t>
        <a:bodyPr/>
        <a:lstStyle/>
        <a:p>
          <a:endParaRPr lang="en-US"/>
        </a:p>
      </dgm:t>
    </dgm:pt>
    <dgm:pt modelId="{9C5E5A01-567C-4BEF-BBD1-D7695C31F855}">
      <dgm:prSet/>
      <dgm:spPr/>
      <dgm:t>
        <a:bodyPr/>
        <a:lstStyle/>
        <a:p>
          <a:r>
            <a:rPr lang="en-US"/>
            <a:t>Inputs</a:t>
          </a:r>
        </a:p>
      </dgm:t>
    </dgm:pt>
    <dgm:pt modelId="{2ED0393B-901E-40C7-9182-9F6063479535}" type="parTrans">
      <dgm:prSet/>
      <dgm:spPr/>
      <dgm:t>
        <a:bodyPr/>
        <a:lstStyle/>
        <a:p>
          <a:endParaRPr lang="en-US"/>
        </a:p>
      </dgm:t>
    </dgm:pt>
    <dgm:pt modelId="{76E545DC-F57B-40E4-BA3D-D99F7EADB397}" type="sibTrans">
      <dgm:prSet/>
      <dgm:spPr/>
      <dgm:t>
        <a:bodyPr/>
        <a:lstStyle/>
        <a:p>
          <a:endParaRPr lang="en-US"/>
        </a:p>
      </dgm:t>
    </dgm:pt>
    <dgm:pt modelId="{F3E2080D-7C68-4B43-9D29-B724CA1D1E6F}">
      <dgm:prSet/>
      <dgm:spPr/>
      <dgm:t>
        <a:bodyPr/>
        <a:lstStyle/>
        <a:p>
          <a:r>
            <a:rPr lang="en-US"/>
            <a:t>Feedstock</a:t>
          </a:r>
        </a:p>
      </dgm:t>
    </dgm:pt>
    <dgm:pt modelId="{45FA4D2F-0AE5-48BC-9834-F468864A9715}" type="parTrans">
      <dgm:prSet/>
      <dgm:spPr/>
      <dgm:t>
        <a:bodyPr/>
        <a:lstStyle/>
        <a:p>
          <a:endParaRPr lang="en-US"/>
        </a:p>
      </dgm:t>
    </dgm:pt>
    <dgm:pt modelId="{34BB5A1B-2F6E-4591-9C11-96176562D541}" type="sibTrans">
      <dgm:prSet/>
      <dgm:spPr/>
      <dgm:t>
        <a:bodyPr/>
        <a:lstStyle/>
        <a:p>
          <a:endParaRPr lang="en-US"/>
        </a:p>
      </dgm:t>
    </dgm:pt>
    <dgm:pt modelId="{016BD6C5-DD1B-4AC6-8F15-93821FEE15BC}">
      <dgm:prSet/>
      <dgm:spPr/>
      <dgm:t>
        <a:bodyPr/>
        <a:lstStyle/>
        <a:p>
          <a:r>
            <a:rPr lang="en-US"/>
            <a:t>Utilization</a:t>
          </a:r>
        </a:p>
      </dgm:t>
    </dgm:pt>
    <dgm:pt modelId="{45F0F474-45AA-4524-88E5-C88F3DA1C909}" type="parTrans">
      <dgm:prSet/>
      <dgm:spPr/>
      <dgm:t>
        <a:bodyPr/>
        <a:lstStyle/>
        <a:p>
          <a:endParaRPr lang="en-US"/>
        </a:p>
      </dgm:t>
    </dgm:pt>
    <dgm:pt modelId="{9E6AC0A3-503D-4E53-8D8F-32E015B94E82}" type="sibTrans">
      <dgm:prSet/>
      <dgm:spPr/>
      <dgm:t>
        <a:bodyPr/>
        <a:lstStyle/>
        <a:p>
          <a:endParaRPr lang="en-US"/>
        </a:p>
      </dgm:t>
    </dgm:pt>
    <dgm:pt modelId="{1CEB7921-8CA3-48B3-ACBD-14021B61735C}">
      <dgm:prSet/>
      <dgm:spPr/>
      <dgm:t>
        <a:bodyPr/>
        <a:lstStyle/>
        <a:p>
          <a:r>
            <a:rPr lang="en-US"/>
            <a:t>Mix</a:t>
          </a:r>
        </a:p>
      </dgm:t>
    </dgm:pt>
    <dgm:pt modelId="{9A547744-2F9E-40D0-B226-84DB3E96FE8D}" type="parTrans">
      <dgm:prSet/>
      <dgm:spPr/>
      <dgm:t>
        <a:bodyPr/>
        <a:lstStyle/>
        <a:p>
          <a:endParaRPr lang="en-US"/>
        </a:p>
      </dgm:t>
    </dgm:pt>
    <dgm:pt modelId="{D5D63C68-E62B-4027-BB86-9AF12E92FE05}" type="sibTrans">
      <dgm:prSet/>
      <dgm:spPr/>
      <dgm:t>
        <a:bodyPr/>
        <a:lstStyle/>
        <a:p>
          <a:endParaRPr lang="en-US"/>
        </a:p>
      </dgm:t>
    </dgm:pt>
  </dgm:ptLst>
  <dgm:cxnLst>
    <dgm:cxn modelId="{4438DDCB-DD1C-4D3F-B891-B297E102C486}" srcId="{0FB2BBEB-5F81-433B-B583-D4EE51CECCE1}" destId="{933657F5-A594-4E07-8580-9C4E3B9D2298}" srcOrd="0" destOrd="0" parTransId="{4DDC334B-1977-402B-8AA3-8D4069774026}" sibTransId="{6576F7B5-D9A7-439B-A3BF-B935702ED78D}"/>
    <dgm:cxn modelId="{1223A982-AFF2-464B-8638-63E4961BC784}" srcId="{933657F5-A594-4E07-8580-9C4E3B9D2298}" destId="{9C5E5A01-567C-4BEF-BBD1-D7695C31F855}" srcOrd="0" destOrd="0" parTransId="{2ED0393B-901E-40C7-9182-9F6063479535}" sibTransId="{76E545DC-F57B-40E4-BA3D-D99F7EADB397}"/>
    <dgm:cxn modelId="{B8AF0808-CF1E-46E7-B51A-44B9967FCDDB}" srcId="{9C5E5A01-567C-4BEF-BBD1-D7695C31F855}" destId="{F3E2080D-7C68-4B43-9D29-B724CA1D1E6F}" srcOrd="0" destOrd="0" parTransId="{45FA4D2F-0AE5-48BC-9834-F468864A9715}" sibTransId="{34BB5A1B-2F6E-4591-9C11-96176562D541}"/>
    <dgm:cxn modelId="{5E0D9ED3-007D-4746-B7BF-3997777D76C5}" srcId="{933657F5-A594-4E07-8580-9C4E3B9D2298}" destId="{016BD6C5-DD1B-4AC6-8F15-93821FEE15BC}" srcOrd="1" destOrd="0" parTransId="{45F0F474-45AA-4524-88E5-C88F3DA1C909}" sibTransId="{9E6AC0A3-503D-4E53-8D8F-32E015B94E82}"/>
    <dgm:cxn modelId="{3180F071-C5AF-4AD2-AEF7-29DD7CA65F16}" srcId="{933657F5-A594-4E07-8580-9C4E3B9D2298}" destId="{1CEB7921-8CA3-48B3-ACBD-14021B61735C}" srcOrd="2" destOrd="0" parTransId="{9A547744-2F9E-40D0-B226-84DB3E96FE8D}" sibTransId="{D5D63C68-E62B-4027-BB86-9AF12E92FE05}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7141725F-7DCF-404E-9DF4-6A341EA9199A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E3B4ED3A-C648-40F2-BB41-9D650B500B3D}">
      <dgm:prSet/>
      <dgm:spPr/>
      <dgm:t>
        <a:bodyPr/>
        <a:lstStyle/>
        <a:p>
          <a:r>
            <a:rPr lang="en-US"/>
            <a:t>Platform</a:t>
          </a:r>
        </a:p>
      </dgm:t>
    </dgm:pt>
    <dgm:pt modelId="{4D059ACC-41EB-4490-AA65-9B9094702808}" type="parTrans">
      <dgm:prSet/>
      <dgm:spPr/>
      <dgm:t>
        <a:bodyPr/>
        <a:lstStyle/>
        <a:p>
          <a:endParaRPr lang="en-US"/>
        </a:p>
      </dgm:t>
    </dgm:pt>
    <dgm:pt modelId="{296F3EA9-21AC-4400-9585-9FBCF4D03914}" type="sibTrans">
      <dgm:prSet/>
      <dgm:spPr/>
      <dgm:t>
        <a:bodyPr/>
        <a:lstStyle/>
        <a:p>
          <a:endParaRPr lang="en-US"/>
        </a:p>
      </dgm:t>
    </dgm:pt>
    <dgm:pt modelId="{311D493C-0AE0-4CCB-B03A-AEEF64AF4132}">
      <dgm:prSet/>
      <dgm:spPr/>
      <dgm:t>
        <a:bodyPr/>
        <a:lstStyle/>
        <a:p>
          <a:r>
            <a:rPr lang="en-US"/>
            <a:t>Payments</a:t>
          </a:r>
        </a:p>
      </dgm:t>
    </dgm:pt>
    <dgm:pt modelId="{755612ED-3C5D-45FF-B2C4-0D575045C08B}" type="parTrans">
      <dgm:prSet/>
      <dgm:spPr/>
      <dgm:t>
        <a:bodyPr/>
        <a:lstStyle/>
        <a:p>
          <a:endParaRPr lang="en-US"/>
        </a:p>
      </dgm:t>
    </dgm:pt>
    <dgm:pt modelId="{89C66ABD-F7C6-4DF9-9D28-A436236AD225}" type="sibTrans">
      <dgm:prSet/>
      <dgm:spPr/>
      <dgm:t>
        <a:bodyPr/>
        <a:lstStyle/>
        <a:p>
          <a:endParaRPr lang="en-US"/>
        </a:p>
      </dgm:t>
    </dgm:pt>
    <dgm:pt modelId="{EF3440D1-42D8-42A8-A715-AF1E140F2A6B}">
      <dgm:prSet/>
      <dgm:spPr/>
      <dgm:t>
        <a:bodyPr/>
        <a:lstStyle/>
        <a:p>
          <a:r>
            <a:rPr lang="en-US"/>
            <a:t>Credit</a:t>
          </a:r>
        </a:p>
      </dgm:t>
    </dgm:pt>
    <dgm:pt modelId="{3B866E13-7552-4D31-AC49-9BC5AD545592}" type="parTrans">
      <dgm:prSet/>
      <dgm:spPr/>
      <dgm:t>
        <a:bodyPr/>
        <a:lstStyle/>
        <a:p>
          <a:endParaRPr lang="en-US"/>
        </a:p>
      </dgm:t>
    </dgm:pt>
    <dgm:pt modelId="{7DCB39FC-EBE7-4D1A-B41E-E344924DE904}" type="sibTrans">
      <dgm:prSet/>
      <dgm:spPr/>
      <dgm:t>
        <a:bodyPr/>
        <a:lstStyle/>
        <a:p>
          <a:endParaRPr lang="en-US"/>
        </a:p>
      </dgm:t>
    </dgm:pt>
    <dgm:pt modelId="{540479CE-C957-4FDD-84CA-487A375C49A3}">
      <dgm:prSet/>
      <dgm:spPr/>
      <dgm:t>
        <a:bodyPr/>
        <a:lstStyle/>
        <a:p>
          <a:r>
            <a:rPr lang="en-US"/>
            <a:t>Logistics</a:t>
          </a:r>
        </a:p>
      </dgm:t>
    </dgm:pt>
    <dgm:pt modelId="{96035D9B-786F-460B-A2F6-BEE491467AAE}" type="parTrans">
      <dgm:prSet/>
      <dgm:spPr/>
      <dgm:t>
        <a:bodyPr/>
        <a:lstStyle/>
        <a:p>
          <a:endParaRPr lang="en-US"/>
        </a:p>
      </dgm:t>
    </dgm:pt>
    <dgm:pt modelId="{39162A81-E547-46B0-B497-BB04D51A7A4A}" type="sibTrans">
      <dgm:prSet/>
      <dgm:spPr/>
      <dgm:t>
        <a:bodyPr/>
        <a:lstStyle/>
        <a:p>
          <a:endParaRPr lang="en-US"/>
        </a:p>
      </dgm:t>
    </dgm:pt>
    <dgm:pt modelId="{C94540F5-8CFA-428C-AA35-25EFCD65A05A}">
      <dgm:prSet/>
      <dgm:spPr/>
      <dgm:t>
        <a:bodyPr/>
        <a:lstStyle/>
        <a:p>
          <a:r>
            <a:rPr lang="en-US"/>
            <a:t>Ads</a:t>
          </a:r>
        </a:p>
      </dgm:t>
    </dgm:pt>
    <dgm:pt modelId="{7299304F-5A45-490E-97DD-BA906440F016}" type="parTrans">
      <dgm:prSet/>
      <dgm:spPr/>
      <dgm:t>
        <a:bodyPr/>
        <a:lstStyle/>
        <a:p>
          <a:endParaRPr lang="en-US"/>
        </a:p>
      </dgm:t>
    </dgm:pt>
    <dgm:pt modelId="{7DEEC2C6-595C-4F9B-99F3-C8436C3C5DE9}" type="sibTrans">
      <dgm:prSet/>
      <dgm:spPr/>
      <dgm:t>
        <a:bodyPr/>
        <a:lstStyle/>
        <a:p>
          <a:endParaRPr lang="en-US"/>
        </a:p>
      </dgm:t>
    </dgm:pt>
  </dgm:ptLst>
  <dgm:cxnLst>
    <dgm:cxn modelId="{D3E54EC8-7EAE-432D-908F-225D0812BB72}" srcId="{7141725F-7DCF-404E-9DF4-6A341EA9199A}" destId="{E3B4ED3A-C648-40F2-BB41-9D650B500B3D}" srcOrd="0" destOrd="0" parTransId="{4D059ACC-41EB-4490-AA65-9B9094702808}" sibTransId="{296F3EA9-21AC-4400-9585-9FBCF4D03914}"/>
    <dgm:cxn modelId="{750AAB1B-6261-4AB6-8B4C-5364D1AE0951}" srcId="{E3B4ED3A-C648-40F2-BB41-9D650B500B3D}" destId="{311D493C-0AE0-4CCB-B03A-AEEF64AF4132}" srcOrd="0" destOrd="0" parTransId="{755612ED-3C5D-45FF-B2C4-0D575045C08B}" sibTransId="{89C66ABD-F7C6-4DF9-9D28-A436236AD225}"/>
    <dgm:cxn modelId="{2F80A241-CB65-4A5D-B316-9E8D231D3559}" srcId="{E3B4ED3A-C648-40F2-BB41-9D650B500B3D}" destId="{EF3440D1-42D8-42A8-A715-AF1E140F2A6B}" srcOrd="1" destOrd="0" parTransId="{3B866E13-7552-4D31-AC49-9BC5AD545592}" sibTransId="{7DCB39FC-EBE7-4D1A-B41E-E344924DE904}"/>
    <dgm:cxn modelId="{50CBC73C-AB02-4B7C-8469-A7967FF8515B}" srcId="{E3B4ED3A-C648-40F2-BB41-9D650B500B3D}" destId="{540479CE-C957-4FDD-84CA-487A375C49A3}" srcOrd="2" destOrd="0" parTransId="{96035D9B-786F-460B-A2F6-BEE491467AAE}" sibTransId="{39162A81-E547-46B0-B497-BB04D51A7A4A}"/>
    <dgm:cxn modelId="{73E6A377-40E6-4FFF-9A8F-8CFAAA5674BC}" srcId="{E3B4ED3A-C648-40F2-BB41-9D650B500B3D}" destId="{C94540F5-8CFA-428C-AA35-25EFCD65A05A}" srcOrd="3" destOrd="0" parTransId="{7299304F-5A45-490E-97DD-BA906440F016}" sibTransId="{7DEEC2C6-595C-4F9B-99F3-C8436C3C5DE9}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Diagram 2"/>
          <p:cNvGraphicFramePr/>
          <p:nvPr/>
        </p:nvGraphicFramePr>
        <p:xfrm>
          <a:off x="457200" y="914400"/>
          <a:ext cx="8229600" cy="36576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Diagram 2"/>
          <p:cNvGraphicFramePr/>
          <p:nvPr/>
        </p:nvGraphicFramePr>
        <p:xfrm>
          <a:off x="457200" y="914400"/>
          <a:ext cx="8229600" cy="36576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Diagram 2"/>
          <p:cNvGraphicFramePr/>
          <p:nvPr/>
        </p:nvGraphicFramePr>
        <p:xfrm>
          <a:off x="457200" y="914400"/>
          <a:ext cx="8229600" cy="36576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Diagram 2"/>
          <p:cNvGraphicFramePr/>
          <p:nvPr/>
        </p:nvGraphicFramePr>
        <p:xfrm>
          <a:off x="457200" y="914400"/>
          <a:ext cx="8229600" cy="36576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