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.#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87833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24779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8132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95078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28431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65377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98730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post-2023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inflection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follows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crossing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became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default,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534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870174"/>
            <a:ext cx="7952537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has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weakest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execution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category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4154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3267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7319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0941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66661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0997" y="5266077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9001"/>
            <a:ext cx="278678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67291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01872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018724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2558"/>
            <a:ext cx="1154150" cy="114672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225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225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225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2255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225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225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3092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3092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3092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30923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3092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3092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959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959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959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9591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959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959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825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825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825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8259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825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825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6927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692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692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692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69278"/>
            <a:ext cx="1319028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692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692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559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559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559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55958"/>
            <a:ext cx="1319028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559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559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426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426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426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4263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426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426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02931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40293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40293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40293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402931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40293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40293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3159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3159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3159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31599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3159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3159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6026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6026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6026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60267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6026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6026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97637"/>
            <a:ext cx="8243926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SKUs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₹90+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Blinkit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identical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grocery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prices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401150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4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4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4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5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5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5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5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5459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5459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5459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5459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5459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0980"/>
            <a:ext cx="223723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834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698341"/>
            <a:ext cx="2127504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5094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50942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040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0400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85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85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6173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6173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41731"/>
            <a:ext cx="643204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702516"/>
            <a:ext cx="1029127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702516"/>
            <a:ext cx="218689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702516"/>
            <a:ext cx="643203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86263"/>
            <a:ext cx="1029127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862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5144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8626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862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8626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729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3812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7294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5962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52480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59623"/>
            <a:ext cx="707525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5962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59623"/>
            <a:ext cx="643203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4630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4630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81148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46303"/>
            <a:ext cx="707525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4630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4630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403298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98165"/>
            <a:ext cx="233789" cy="15631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403298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31966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3196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84845"/>
            <a:ext cx="221350" cy="15631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3196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31966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319663"/>
            <a:ext cx="643203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6063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71525"/>
            <a:ext cx="250393" cy="156315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60634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606343"/>
            <a:ext cx="707525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60634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30251"/>
            <a:ext cx="2516886" cy="4113933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4259"/>
            <a:ext cx="238887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8842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13130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9998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4286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41154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6902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21107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7099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86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486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742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742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998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5998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39308"/>
            <a:ext cx="1005348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538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1452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7524"/>
            <a:ext cx="1011143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35966"/>
            <a:ext cx="11369040" cy="943927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35966"/>
            <a:ext cx="32004" cy="943927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09118"/>
            <a:ext cx="11222736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496751"/>
            <a:ext cx="1122273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