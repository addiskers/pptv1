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.#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2381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01134"/>
            <a:ext cx="11369040" cy="0"/>
          </a:xfrm>
          <a:prstGeom prst="line">
            <a:avLst/>
          </a:prstGeom>
          <a:ln w="9525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8870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46526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3756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01412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28642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556298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83528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post-2023 inflection follows dark-store density crossing one store per 2 km in metros — convenience became the default, not the 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has the highest order frequency and the weakest incumbent execution — it is the wedge category for a new 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284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00794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67937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4530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70250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9666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2878"/>
            <a:ext cx="278678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52722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99148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991486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15380"/>
            <a:ext cx="1154150" cy="1123752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1538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1538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1538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15380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1538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1538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29631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29631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29631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296318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29631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29631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7725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7725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7725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77256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7725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7725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5819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5819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5819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58194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5819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5819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39132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3913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3913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3913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39132"/>
            <a:ext cx="1319028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3913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3913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2007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2007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2007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20070"/>
            <a:ext cx="1319028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2007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2007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0100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0100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0100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01008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0100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0100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3981946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398194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398194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398194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3981946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398194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398194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26288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26288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26288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262884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26288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26288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54382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54382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54382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543822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54382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54382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28728"/>
            <a:ext cx="8243926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and gourmet SKUs add ₹90+ to Blinkit baskets at identical grocery prices — assortment is the lever, and it is 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392704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0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0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1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81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81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81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1870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1870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1870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1870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187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36031"/>
            <a:ext cx="223723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727269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27269"/>
            <a:ext cx="2127504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67201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67201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8213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8213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225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225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1317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1317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38142"/>
            <a:ext cx="643204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692804"/>
            <a:ext cx="1029127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692804"/>
            <a:ext cx="218689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692804"/>
            <a:ext cx="643203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72962"/>
            <a:ext cx="1029127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7296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37068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72962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7296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72962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5390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18006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53900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34838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498944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34838"/>
            <a:ext cx="707525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34838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34838"/>
            <a:ext cx="643203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15776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15776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779882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15776"/>
            <a:ext cx="707525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15776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15776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3996714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60820"/>
            <a:ext cx="233789" cy="152726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3996714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277652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27765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41758"/>
            <a:ext cx="221350" cy="152726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27765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277652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277652"/>
            <a:ext cx="643203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55859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22696"/>
            <a:ext cx="250393" cy="152726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558590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558590"/>
            <a:ext cx="707525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558590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26662"/>
            <a:ext cx="2516886" cy="4117522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0670"/>
            <a:ext cx="238887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103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0792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479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168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3855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8697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17518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3510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9814"/>
            <a:ext cx="1682617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1999814"/>
            <a:ext cx="200095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1999814"/>
            <a:ext cx="200095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1999814"/>
            <a:ext cx="200095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1999814"/>
            <a:ext cx="200095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1999814"/>
            <a:ext cx="1682617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040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040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1296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1296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7552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7552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41420"/>
            <a:ext cx="1005348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7492"/>
            <a:ext cx="1028974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3564"/>
            <a:ext cx="1017161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9636"/>
            <a:ext cx="1011143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7695"/>
            <a:ext cx="2807970" cy="110278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49934"/>
            <a:ext cx="11369040" cy="933548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49934"/>
            <a:ext cx="32004" cy="93354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23086"/>
            <a:ext cx="11222736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504596"/>
            <a:ext cx="1122273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