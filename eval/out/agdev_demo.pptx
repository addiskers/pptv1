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200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63200" cy="865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Agricultural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Development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in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India: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2024-25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Impact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9008"/>
            <a:ext cx="103632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Odisha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57575"/>
                </a:solidFill>
                <a:latin typeface="Segoe UI"/>
              </a:rPr>
              <a:t>6 July 2026 | 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9596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3919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3537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54160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7911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497896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2284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4163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55A11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375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State-level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52623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4320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9243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1049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1049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4655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4655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2922"/>
            <a:ext cx="280293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2922"/>
            <a:ext cx="65951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2922"/>
            <a:ext cx="57707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2922"/>
            <a:ext cx="90683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4618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461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461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0522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461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46188"/>
            <a:ext cx="906832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000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000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5913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000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0009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00098"/>
            <a:ext cx="906832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5400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5400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1304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5400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5400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0791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0791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0791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6695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0791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0791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0791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0791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6182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6182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2086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6182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6182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6182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6182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1573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1573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47477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1573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1573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1573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1573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66964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66964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66964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28686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66964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66964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2355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2355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398259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2355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2355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2355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2355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17746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17746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3650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17746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17746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17746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17746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3137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3137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3137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49041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3137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3137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6852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6852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74432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6852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6852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68528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68528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49391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49391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499823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49391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493919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493919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463040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463040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463040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956816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568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9568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50592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4505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517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886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55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90288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663440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4936504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250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