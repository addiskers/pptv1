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6592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6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54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Agricultural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Development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India: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2024-25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Impact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35738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9596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3919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43537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54160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7911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497896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92284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4163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State-level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5589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4799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77460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087124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7142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6558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4320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9243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1049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1049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4655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4655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4978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4978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4978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497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2922"/>
            <a:ext cx="280293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2922"/>
            <a:ext cx="65951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2922"/>
            <a:ext cx="57707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2922"/>
            <a:ext cx="90683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4618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461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461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0522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461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46188"/>
            <a:ext cx="906832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000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000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5913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000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0009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00098"/>
            <a:ext cx="906832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5400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5400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1304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5400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5400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0791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0791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0791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6695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0791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0791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0791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0791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6182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6182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2086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6182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6182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6182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6182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1573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1573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47477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1573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1573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1573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1573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66964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66964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66964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28686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66964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66964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2355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2355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398259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2355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2355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2355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2355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17746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17746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3650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17746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17746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17746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17746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3137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3137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3137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49041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3137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3137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6852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6852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74432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6852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6852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68528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68528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49391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49391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499823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49391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493919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493919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9333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22193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9333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97639"/>
            <a:ext cx="10328182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75405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826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75405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73711"/>
            <a:ext cx="10279627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51477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7433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51477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9783"/>
            <a:ext cx="9963014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602174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38366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38366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11518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84582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2328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