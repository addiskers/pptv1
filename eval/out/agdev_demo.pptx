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08351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33047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0622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86918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16093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40789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de:tab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7570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24006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24006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6766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67668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8145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8145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814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8145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6089"/>
            <a:ext cx="280293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6089"/>
            <a:ext cx="65951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6089"/>
            <a:ext cx="57707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6089"/>
            <a:ext cx="90683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52522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5252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5252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1251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5252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52522"/>
            <a:ext cx="906832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1150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1150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71488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1150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11500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11500"/>
            <a:ext cx="906832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7047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7047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30466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7047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7047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29456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2945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2945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89444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2945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29456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2945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2945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8843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8843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4842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8843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88434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88434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88434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4741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4741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50740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4741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4741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4741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4741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706390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70639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70639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6637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70639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706390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6536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6536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4025356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6536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65368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65368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6536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22434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22434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8433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22434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224346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22434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22434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83324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8332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8332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543312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8332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83324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74230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74230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80229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74230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74230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742302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74230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500128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500128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5061268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500128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5001280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5001280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3495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1635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3495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89900"/>
            <a:ext cx="1032818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9567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242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69567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65972"/>
            <a:ext cx="10279627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5639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68499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45639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2044"/>
            <a:ext cx="996301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7574"/>
            <a:ext cx="11369040" cy="87166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27574"/>
            <a:ext cx="32004" cy="8716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00726"/>
            <a:ext cx="11222736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79702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499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