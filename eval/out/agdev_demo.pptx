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6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83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Agricultural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Development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India: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2024-25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Impact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64598"/>
            <a:ext cx="1018032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farmer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outcomes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Uttar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Pradesh,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Bihar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DeckEngine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lifted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above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averages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all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three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focus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79176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Programs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directly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2024-25,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adding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66M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touchpoints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advisory,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linkage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08351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Income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33047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Direct-beneficiary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households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out-earned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averages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+2.7%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Uttar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Pradesh,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+5%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Bihar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+4.8%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Odisha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livestock.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062222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386918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recipients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losses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2-8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percentage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points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$14-31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farmer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season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depending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816093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Leverage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140789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Government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co-invested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Mn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against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funding,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64%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interventions.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State-level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Farmers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benefitted,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income,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climate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resilience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cost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cultivation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30046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38939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8423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11037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38255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3975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03656" y="5283391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Priority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products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pipeline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concentrated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six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7570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2025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readiness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shown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asset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budget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TRL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What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this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0344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0344"/>
            <a:ext cx="278678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44%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budget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Big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Bets,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Seeds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Animal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24006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24006"/>
            <a:ext cx="278678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Delivery-stage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cluster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AI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(75%)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TELA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(90%)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767668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767668"/>
            <a:ext cx="278678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Early-discovery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weight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signals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3-5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runway.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15562" cy="148145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474" y="1691640"/>
            <a:ext cx="665690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5028" y="1691640"/>
            <a:ext cx="266070" cy="148145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530" y="1691640"/>
            <a:ext cx="752894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76288" y="1691640"/>
            <a:ext cx="263745" cy="148145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7465" y="1691640"/>
            <a:ext cx="1128453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50782" y="1691640"/>
            <a:ext cx="271745" cy="148145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9959" y="1691640"/>
            <a:ext cx="1728463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6089"/>
            <a:ext cx="1319028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0508" y="1986089"/>
            <a:ext cx="2802935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3443" y="1986089"/>
            <a:ext cx="659514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Badge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2957" y="1986089"/>
            <a:ext cx="577075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70032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59303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8574" y="1986089"/>
            <a:ext cx="906832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152522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0508" y="2152522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3443" y="2152522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69135" y="2212510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92957" y="2152522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70032" y="215252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59303" y="215252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8574" y="2152522"/>
            <a:ext cx="906832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0508" y="2411500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3443" y="2411500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69135" y="2471488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92957" y="2411500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70032" y="241150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59303" y="2411500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48574" y="2411500"/>
            <a:ext cx="906832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0508" y="2670478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33443" y="2670478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69135" y="2730466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92957" y="2670478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70032" y="267047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59303" y="267047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48574" y="2670478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2929456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30508" y="2929456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33443" y="2929456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769135" y="2989444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957" y="2929456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70032" y="2929456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59303" y="2929456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48574" y="2929456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0508" y="3188434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33443" y="3188434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69135" y="3248422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92957" y="3188434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70032" y="3188434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59303" y="3188434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48574" y="3188434"/>
            <a:ext cx="906832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30508" y="3447412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33443" y="3447412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69135" y="3507400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92957" y="3447412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70032" y="3447412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59303" y="344741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48574" y="3447412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3706390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30508" y="3706390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33443" y="3706390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745043" y="3766378"/>
            <a:ext cx="236313" cy="139001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957" y="3706390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70032" y="3706390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59303" y="370639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48574" y="3706390"/>
            <a:ext cx="906832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0508" y="3965368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33443" y="3965368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743881" y="4025356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92957" y="3965368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770032" y="3965368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59303" y="3965368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48574" y="3965368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30508" y="4224346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33443" y="4224346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743881" y="4284334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92957" y="4224346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770032" y="4224346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59303" y="4224346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48574" y="4224346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483324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730508" y="4483324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33443" y="4483324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43881" y="4543312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92957" y="4483324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770032" y="4483324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759303" y="4483324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748574" y="4483324"/>
            <a:ext cx="906832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30508" y="4742302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33443" y="4742302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743881" y="4802290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192957" y="4742302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770032" y="474230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59303" y="4742302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48574" y="4742302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0508" y="5001280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33443" y="5001280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743881" y="5061268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92957" y="5001280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70032" y="500128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59303" y="5001280"/>
            <a:ext cx="989271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748574" y="5001280"/>
            <a:ext cx="906832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1480" y="5469841"/>
            <a:ext cx="8243926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Readiness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stage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=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share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of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asset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TRL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band.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93495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16355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93495"/>
            <a:ext cx="39163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6618" y="1289900"/>
            <a:ext cx="10328182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69567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2427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69567"/>
            <a:ext cx="44018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5173" y="1865972"/>
            <a:ext cx="10279627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5639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68499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45639"/>
            <a:ext cx="7568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786" y="2442044"/>
            <a:ext cx="9963014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517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86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255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27574"/>
            <a:ext cx="11369040" cy="871664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127574"/>
            <a:ext cx="32004" cy="8716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5200726"/>
            <a:ext cx="11222736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479702"/>
            <a:ext cx="11222736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164999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