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embeddedFontLst>
    <p:embeddedFont>
      <p:font typeface="Arial"/>
      <p:regular r:id="rId13"/>
      <p:bold r:id="rId14"/>
      <p:italic r:id="rId15"/>
      <p:boldItalic r:id="rId16"/>
    </p:embeddedFont>
    <p:embeddedFont>
      <p:font typeface="Calibri"/>
      <p:regular r:id="rId17"/>
      <p:bold r:id="rId18"/>
      <p:italic r:id="rId19"/>
      <p:boldItalic r:id="rId20"/>
    </p:embeddedFont>
    <p:embeddedFont>
      <p:font typeface="Georgia"/>
      <p:regular r:id="rId21"/>
      <p:bold r:id="rId22"/>
      <p:italic r:id="rId23"/>
      <p:boldItalic r:id="rId24"/>
    </p:embeddedFont>
    <p:embeddedFont>
      <p:font typeface="Segoe UI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font" Target="fonts/font9.fntdata"/><Relationship Id="rId22" Type="http://schemas.openxmlformats.org/officeDocument/2006/relationships/font" Target="fonts/font10.fntdata"/><Relationship Id="rId23" Type="http://schemas.openxmlformats.org/officeDocument/2006/relationships/font" Target="fonts/font11.fntdata"/><Relationship Id="rId24" Type="http://schemas.openxmlformats.org/officeDocument/2006/relationships/font" Target="fonts/font12.fntdata"/><Relationship Id="rId25" Type="http://schemas.openxmlformats.org/officeDocument/2006/relationships/font" Target="fonts/font13.fntdata"/><Relationship Id="rId26" Type="http://schemas.openxmlformats.org/officeDocument/2006/relationships/font" Target="fonts/font14.fntdata"/><Relationship Id="rId27" Type="http://schemas.openxmlformats.org/officeDocument/2006/relationships/font" Target="fonts/font15.fntdata"/><Relationship Id="rId28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6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Agricultural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Development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India: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2024-25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Impact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79176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08351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33047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062222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386918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16093"/>
            <a:ext cx="1136904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40789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State-level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07816"/>
            <a:ext cx="3277616" cy="192405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30046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36797"/>
            <a:ext cx="1092539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15486"/>
            <a:ext cx="1092539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36797"/>
            <a:ext cx="109253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15486"/>
            <a:ext cx="1092538" cy="233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69295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38939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31371"/>
            <a:ext cx="3277616" cy="4674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8423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584"/>
            <a:ext cx="327761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11037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21968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79257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36546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93835"/>
            <a:ext cx="819404" cy="157289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07816"/>
            <a:ext cx="0" cy="3457886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38255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38255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3975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3975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de:tab"/>
          <p:cNvSpPr/>
          <p:nvPr/>
        </p:nvSpPr>
        <p:spPr>
          <a:xfrm>
            <a:off x="5603656" y="5283391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06935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7570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0344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0344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24006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24006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67668"/>
            <a:ext cx="109728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67668"/>
            <a:ext cx="2786786" cy="3116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8145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8145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814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8145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81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6089"/>
            <a:ext cx="1319028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6089"/>
            <a:ext cx="2802935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6089"/>
            <a:ext cx="659514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6089"/>
            <a:ext cx="577075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6089"/>
            <a:ext cx="989271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6089"/>
            <a:ext cx="906832" cy="166433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52522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5252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5252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1251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5252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5252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5252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52522"/>
            <a:ext cx="906832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1150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1150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71488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1150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1150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11500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11500"/>
            <a:ext cx="906832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70478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70478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30466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70478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70478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70478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29456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29456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29456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89444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29456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29456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29456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29456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88434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88434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48422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88434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88434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88434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88434"/>
            <a:ext cx="906832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4741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4741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507400"/>
            <a:ext cx="188130" cy="139001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4741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47412"/>
            <a:ext cx="989271" cy="258978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4741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47412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706390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70639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70639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66378"/>
            <a:ext cx="236313" cy="139001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70639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706390"/>
            <a:ext cx="989271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70639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706390"/>
            <a:ext cx="906832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65368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65368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4025356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65368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65368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65368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65368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224346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224346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84334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224346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224346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224346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224346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83324"/>
            <a:ext cx="1319028" cy="776934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83324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83324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543312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83324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83324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83324"/>
            <a:ext cx="906832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742302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742302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802290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742302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742302"/>
            <a:ext cx="989271" cy="258978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742302"/>
            <a:ext cx="989271" cy="258978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742302"/>
            <a:ext cx="906832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5001280"/>
            <a:ext cx="280293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5001280"/>
            <a:ext cx="659514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5061268"/>
            <a:ext cx="238638" cy="139001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5001280"/>
            <a:ext cx="577075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5001280"/>
            <a:ext cx="989271" cy="258978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5001280"/>
            <a:ext cx="989271" cy="258978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5001280"/>
            <a:ext cx="906832" cy="258978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69841"/>
            <a:ext cx="8243926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93495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16355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93495"/>
            <a:ext cx="39163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6618" y="1289900"/>
            <a:ext cx="10328182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9567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2427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69567"/>
            <a:ext cx="44018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5173" y="1865972"/>
            <a:ext cx="10279627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5639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68499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45639"/>
            <a:ext cx="75680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786" y="2442044"/>
            <a:ext cx="9963014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6517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86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2550" y="3591382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84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127574"/>
            <a:ext cx="11369040" cy="871664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127574"/>
            <a:ext cx="32004" cy="8716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5200726"/>
            <a:ext cx="11222736" cy="24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8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479702"/>
            <a:ext cx="11222736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164999"/>
            <a:ext cx="113690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