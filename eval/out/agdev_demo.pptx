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6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54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Agricultural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Development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India: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2024-25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Impact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35738"/>
            <a:ext cx="1018032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farmer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outcomes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Uttar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Pradesh,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Bihar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DeckEngine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59596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lifted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above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averages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all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three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focus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3919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0424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Programs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directly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2024-25,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adding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66M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touchpoints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advisory,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linkage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435376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Income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54160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Direct-beneficiary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households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out-earned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averages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+2.7%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Uttar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Pradesh,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+5%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Bihar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+4.8%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Odisha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livestock.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79112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497896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recipients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losses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2-8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percentage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points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$14-31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farmer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season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depending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922848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Leverage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24163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Government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co-invested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Mn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against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funding,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64%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interventions.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State-level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Farmers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benefitted,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income,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climate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resilience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cost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cultivation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5589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4799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77460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087124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7142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03656" y="5286558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4320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Priority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products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pipeline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concentrated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six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9243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2025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readiness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shown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asset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budget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TRL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What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this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7443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7443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44%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budget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Big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Bets,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Seeds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Animal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1049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1049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Delivery-stage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cluster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AI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(75%)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TELA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(90%)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74655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74655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Early-discovery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weight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signals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3-5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runway.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15562" cy="144978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474" y="1691640"/>
            <a:ext cx="665690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5028" y="1691640"/>
            <a:ext cx="266070" cy="144978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530" y="1691640"/>
            <a:ext cx="752894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76288" y="1691640"/>
            <a:ext cx="263745" cy="144978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7465" y="1691640"/>
            <a:ext cx="112845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50782" y="1691640"/>
            <a:ext cx="271745" cy="144978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9959" y="1691640"/>
            <a:ext cx="172846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2922"/>
            <a:ext cx="1319028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0508" y="1982922"/>
            <a:ext cx="2802935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3443" y="1982922"/>
            <a:ext cx="659514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Badge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2957" y="1982922"/>
            <a:ext cx="577075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70032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59303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8574" y="1982922"/>
            <a:ext cx="906832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14618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0508" y="214618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3443" y="214618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69135" y="220522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92957" y="214618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70032" y="21461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59303" y="21461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8574" y="2146188"/>
            <a:ext cx="906832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0508" y="240009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3443" y="240009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69135" y="245913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92957" y="240009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70032" y="24000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59303" y="240009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48574" y="2400098"/>
            <a:ext cx="906832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0508" y="265400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33443" y="265400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69135" y="271304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92957" y="265400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70032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59303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48574" y="265400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290791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30508" y="290791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33443" y="290791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769135" y="296695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957" y="290791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70032" y="290791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59303" y="290791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48574" y="290791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0508" y="316182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33443" y="316182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69135" y="322086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92957" y="316182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70032" y="316182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59303" y="316182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48574" y="3161828"/>
            <a:ext cx="906832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30508" y="341573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33443" y="341573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69135" y="347477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92957" y="341573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70032" y="341573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59303" y="341573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48574" y="341573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366964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30508" y="366964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33443" y="366964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745043" y="3728686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957" y="366964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70032" y="366964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59303" y="366964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48574" y="3669648"/>
            <a:ext cx="906832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0508" y="392355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33443" y="392355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743881" y="398259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92957" y="392355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770032" y="392355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59303" y="392355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48574" y="392355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30508" y="417746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33443" y="417746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743881" y="423650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92957" y="417746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770032" y="417746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59303" y="417746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48574" y="417746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43137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730508" y="443137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33443" y="443137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43881" y="449041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92957" y="443137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770032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759303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748574" y="4431378"/>
            <a:ext cx="906832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30508" y="468528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33443" y="468528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743881" y="474432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192957" y="468528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770032" y="46852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59303" y="468528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48574" y="468528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0508" y="493919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33443" y="493919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743881" y="499823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92957" y="493919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70032" y="49391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59303" y="4939198"/>
            <a:ext cx="989271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748574" y="4939198"/>
            <a:ext cx="906832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1480" y="5400800"/>
            <a:ext cx="8243926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Readiness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stage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=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share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of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asset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TRL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band.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99333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22193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99333"/>
            <a:ext cx="39163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6618" y="1297639"/>
            <a:ext cx="10328182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75405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8265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75405"/>
            <a:ext cx="44018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5173" y="1873711"/>
            <a:ext cx="10279627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51477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74337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51477"/>
            <a:ext cx="7568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786" y="2449783"/>
            <a:ext cx="9963014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517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86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255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38366"/>
            <a:ext cx="11369040" cy="857094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138366"/>
            <a:ext cx="32004" cy="85709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5211518"/>
            <a:ext cx="11222736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484582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162328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