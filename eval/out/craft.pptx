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920" y="320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20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180320" cy="1154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Agriculture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Development </a:t>
            </a:r>
            <a:r>
              <a:rPr sz="4000" b="0" i="0">
                <a:solidFill>
                  <a:srgbClr val="FFFFFF"/>
                </a:solidFill>
                <a:latin typeface="Georgia"/>
              </a:rPr>
              <a:t>Strategy</a:t>
            </a:r>
          </a:p>
          <a:p>
            <a:pPr algn="l">
              <a:lnSpc>
                <a:spcPts val="4544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35738"/>
            <a:ext cx="1018032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Segoe UI"/>
              </a:rPr>
              <a:t>January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180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ECS Asia Team: Nidhi Jain, Siddharth Chaturvedi, Srivalli Krishnan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532120"/>
            <a:ext cx="11643360" cy="14630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C05621"/>
                </a:solidFill>
                <a:latin typeface="Georgia"/>
              </a:rPr>
              <a:t>SkyQuest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00200"/>
            <a:ext cx="9448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800" cy="432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Georgia"/>
              </a:rPr>
              <a:t>Progress </a:t>
            </a:r>
            <a:r>
              <a:rPr sz="3000" b="0" i="0">
                <a:solidFill>
                  <a:srgbClr val="FFFFFF"/>
                </a:solidFill>
                <a:latin typeface="Georgia"/>
              </a:rPr>
              <a:t>in </a:t>
            </a:r>
            <a:r>
              <a:rPr sz="3000" b="0" i="0">
                <a:solidFill>
                  <a:srgbClr val="FFFFFF"/>
                </a:solidFill>
                <a:latin typeface="Georgia"/>
              </a:rPr>
              <a:t>2024-2025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93224"/>
            <a:ext cx="944880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Segoe UI"/>
              </a:rPr>
              <a:t>What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the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interventions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delivered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2938"/>
            <a:ext cx="11369040" cy="5000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Between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2019-2025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,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interventions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benefitted </a:t>
            </a:r>
            <a:r>
              <a:rPr sz="2100" b="1" i="0">
                <a:solidFill>
                  <a:srgbClr val="2B2B2B"/>
                </a:solidFill>
                <a:latin typeface="Georgia"/>
                <a:highlight>
                  <a:srgbClr val="E9C61F"/>
                </a:highlight>
              </a:rPr>
              <a:t>10.6 </a:t>
            </a:r>
            <a:r>
              <a:rPr sz="2100" b="1" i="0">
                <a:solidFill>
                  <a:srgbClr val="2B2B2B"/>
                </a:solidFill>
                <a:latin typeface="Georgia"/>
                <a:highlight>
                  <a:srgbClr val="E9C61F"/>
                </a:highlight>
              </a:rPr>
              <a:t>Mn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SSPs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directly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1" i="0">
                <a:solidFill>
                  <a:srgbClr val="2B2B2B"/>
                </a:solidFill>
                <a:latin typeface="Georgia"/>
                <a:highlight>
                  <a:srgbClr val="E9C61F"/>
                </a:highlight>
              </a:rPr>
              <a:t>37.7 </a:t>
            </a:r>
            <a:r>
              <a:rPr sz="2100" b="1" i="0">
                <a:solidFill>
                  <a:srgbClr val="2B2B2B"/>
                </a:solidFill>
                <a:latin typeface="Georgia"/>
                <a:highlight>
                  <a:srgbClr val="E9C61F"/>
                </a:highlight>
              </a:rPr>
              <a:t>Mn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digitally</a:t>
            </a:r>
          </a:p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1365" b="0" i="0" baseline="30000">
                <a:solidFill>
                  <a:srgbClr val="2B2B2B"/>
                </a:solidFill>
                <a:latin typeface="Georg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463040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552" b="0" i="0" baseline="30000">
                <a:solidFill>
                  <a:srgbClr val="6E6A61"/>
                </a:solidFill>
                <a:latin typeface="Segoe UI"/>
              </a:rPr>
              <a:t>1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Includes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digital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work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across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AI,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DPI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and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non-AI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channels.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20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DeckEngine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